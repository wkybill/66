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3"/>
    <p:sldId id="265" r:id="rId4"/>
    <p:sldId id="263" r:id="rId5"/>
    <p:sldId id="266" r:id="rId6"/>
    <p:sldId id="268" r:id="rId7"/>
    <p:sldId id="270" r:id="rId8"/>
    <p:sldId id="269" r:id="rId9"/>
    <p:sldId id="272" r:id="rId10"/>
    <p:sldId id="273" r:id="rId11"/>
    <p:sldId id="275" r:id="rId12"/>
    <p:sldId id="281" r:id="rId13"/>
    <p:sldId id="282" r:id="rId14"/>
    <p:sldId id="284" r:id="rId15"/>
    <p:sldId id="277" r:id="rId16"/>
    <p:sldId id="278" r:id="rId17"/>
    <p:sldId id="279" r:id="rId18"/>
    <p:sldId id="285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3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FA5"/>
    <a:srgbClr val="ECF7FF"/>
    <a:srgbClr val="BAE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73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10950497" y="2"/>
            <a:ext cx="1270457" cy="2291617"/>
            <a:chOff x="10950497" y="2"/>
            <a:chExt cx="1270457" cy="2291617"/>
          </a:xfrm>
        </p:grpSpPr>
        <p:sp>
          <p:nvSpPr>
            <p:cNvPr id="8" name="任意多边形: 形状 7"/>
            <p:cNvSpPr/>
            <p:nvPr/>
          </p:nvSpPr>
          <p:spPr>
            <a:xfrm>
              <a:off x="10950497" y="2"/>
              <a:ext cx="1270457" cy="979178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1379690" y="1157816"/>
              <a:ext cx="186041" cy="1133803"/>
              <a:chOff x="5559847" y="2479549"/>
              <a:chExt cx="521110" cy="3175843"/>
            </a:xfrm>
            <a:solidFill>
              <a:schemeClr val="accent1"/>
            </a:solidFill>
          </p:grpSpPr>
          <p:sp>
            <p:nvSpPr>
              <p:cNvPr id="19" name="等腰三角形 18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0" name="等腰三角形 19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5" name="组合 24"/>
          <p:cNvGrpSpPr/>
          <p:nvPr userDrawn="1"/>
        </p:nvGrpSpPr>
        <p:grpSpPr>
          <a:xfrm rot="10800000">
            <a:off x="1" y="4566383"/>
            <a:ext cx="1270457" cy="2291617"/>
            <a:chOff x="10950497" y="2"/>
            <a:chExt cx="1270457" cy="2291617"/>
          </a:xfrm>
        </p:grpSpPr>
        <p:sp>
          <p:nvSpPr>
            <p:cNvPr id="26" name="任意多边形: 形状 25"/>
            <p:cNvSpPr/>
            <p:nvPr/>
          </p:nvSpPr>
          <p:spPr>
            <a:xfrm>
              <a:off x="10950497" y="2"/>
              <a:ext cx="1270457" cy="979178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11379690" y="1157816"/>
              <a:ext cx="186041" cy="1133803"/>
              <a:chOff x="5559847" y="2479549"/>
              <a:chExt cx="521110" cy="3175843"/>
            </a:xfrm>
            <a:solidFill>
              <a:schemeClr val="accent1"/>
            </a:solidFill>
          </p:grpSpPr>
          <p:sp>
            <p:nvSpPr>
              <p:cNvPr id="28" name="等腰三角形 27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9" name="等腰三角形 28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0" name="等腰三角形 29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1" name="等腰三角形 30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2" name="等腰三角形 31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sp>
        <p:nvSpPr>
          <p:cNvPr id="9" name="椭圆 8"/>
          <p:cNvSpPr/>
          <p:nvPr/>
        </p:nvSpPr>
        <p:spPr>
          <a:xfrm>
            <a:off x="10650680" y="597491"/>
            <a:ext cx="395123" cy="39512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186302" y="5864996"/>
            <a:ext cx="395123" cy="39512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10889597" y="5858219"/>
            <a:ext cx="676134" cy="381689"/>
            <a:chOff x="4468761" y="1799303"/>
            <a:chExt cx="914400" cy="51619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4" name="矩形 33"/>
            <p:cNvSpPr/>
            <p:nvPr/>
          </p:nvSpPr>
          <p:spPr>
            <a:xfrm>
              <a:off x="4468761" y="1799303"/>
              <a:ext cx="914400" cy="11491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4468761" y="1999942"/>
              <a:ext cx="914400" cy="1149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4468761" y="2200580"/>
              <a:ext cx="914400" cy="11491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5" Type="http://schemas.openxmlformats.org/officeDocument/2006/relationships/slideLayout" Target="../slideLayouts/slideLayout2.xml"/><Relationship Id="rId74" Type="http://schemas.openxmlformats.org/officeDocument/2006/relationships/image" Target="../media/image6.png"/><Relationship Id="rId73" Type="http://schemas.openxmlformats.org/officeDocument/2006/relationships/tags" Target="../tags/tag73.xml"/><Relationship Id="rId72" Type="http://schemas.openxmlformats.org/officeDocument/2006/relationships/tags" Target="../tags/tag72.xml"/><Relationship Id="rId71" Type="http://schemas.openxmlformats.org/officeDocument/2006/relationships/tags" Target="../tags/tag71.xml"/><Relationship Id="rId70" Type="http://schemas.openxmlformats.org/officeDocument/2006/relationships/tags" Target="../tags/tag70.xml"/><Relationship Id="rId7" Type="http://schemas.openxmlformats.org/officeDocument/2006/relationships/tags" Target="../tags/tag7.xml"/><Relationship Id="rId69" Type="http://schemas.openxmlformats.org/officeDocument/2006/relationships/tags" Target="../tags/tag69.xml"/><Relationship Id="rId68" Type="http://schemas.openxmlformats.org/officeDocument/2006/relationships/tags" Target="../tags/tag68.xml"/><Relationship Id="rId67" Type="http://schemas.openxmlformats.org/officeDocument/2006/relationships/tags" Target="../tags/tag67.xml"/><Relationship Id="rId66" Type="http://schemas.openxmlformats.org/officeDocument/2006/relationships/tags" Target="../tags/tag66.xml"/><Relationship Id="rId65" Type="http://schemas.openxmlformats.org/officeDocument/2006/relationships/tags" Target="../tags/tag65.xml"/><Relationship Id="rId64" Type="http://schemas.openxmlformats.org/officeDocument/2006/relationships/tags" Target="../tags/tag64.xml"/><Relationship Id="rId63" Type="http://schemas.openxmlformats.org/officeDocument/2006/relationships/tags" Target="../tags/tag63.xml"/><Relationship Id="rId62" Type="http://schemas.openxmlformats.org/officeDocument/2006/relationships/tags" Target="../tags/tag62.xml"/><Relationship Id="rId61" Type="http://schemas.openxmlformats.org/officeDocument/2006/relationships/tags" Target="../tags/tag61.xml"/><Relationship Id="rId60" Type="http://schemas.openxmlformats.org/officeDocument/2006/relationships/tags" Target="../tags/tag60.xml"/><Relationship Id="rId6" Type="http://schemas.openxmlformats.org/officeDocument/2006/relationships/tags" Target="../tags/tag6.xml"/><Relationship Id="rId59" Type="http://schemas.openxmlformats.org/officeDocument/2006/relationships/tags" Target="../tags/tag59.xml"/><Relationship Id="rId58" Type="http://schemas.openxmlformats.org/officeDocument/2006/relationships/tags" Target="../tags/tag58.xml"/><Relationship Id="rId57" Type="http://schemas.openxmlformats.org/officeDocument/2006/relationships/tags" Target="../tags/tag57.xml"/><Relationship Id="rId56" Type="http://schemas.openxmlformats.org/officeDocument/2006/relationships/tags" Target="../tags/tag56.xml"/><Relationship Id="rId55" Type="http://schemas.openxmlformats.org/officeDocument/2006/relationships/tags" Target="../tags/tag55.xml"/><Relationship Id="rId54" Type="http://schemas.openxmlformats.org/officeDocument/2006/relationships/tags" Target="../tags/tag54.xml"/><Relationship Id="rId53" Type="http://schemas.openxmlformats.org/officeDocument/2006/relationships/tags" Target="../tags/tag53.xml"/><Relationship Id="rId52" Type="http://schemas.openxmlformats.org/officeDocument/2006/relationships/tags" Target="../tags/tag52.xml"/><Relationship Id="rId51" Type="http://schemas.openxmlformats.org/officeDocument/2006/relationships/tags" Target="../tags/tag51.xml"/><Relationship Id="rId50" Type="http://schemas.openxmlformats.org/officeDocument/2006/relationships/tags" Target="../tags/tag50.xml"/><Relationship Id="rId5" Type="http://schemas.openxmlformats.org/officeDocument/2006/relationships/tags" Target="../tags/tag5.xml"/><Relationship Id="rId49" Type="http://schemas.openxmlformats.org/officeDocument/2006/relationships/tags" Target="../tags/tag49.xml"/><Relationship Id="rId48" Type="http://schemas.openxmlformats.org/officeDocument/2006/relationships/tags" Target="../tags/tag48.xml"/><Relationship Id="rId47" Type="http://schemas.openxmlformats.org/officeDocument/2006/relationships/tags" Target="../tags/tag47.xml"/><Relationship Id="rId46" Type="http://schemas.openxmlformats.org/officeDocument/2006/relationships/tags" Target="../tags/tag46.xml"/><Relationship Id="rId45" Type="http://schemas.openxmlformats.org/officeDocument/2006/relationships/tags" Target="../tags/tag45.xml"/><Relationship Id="rId44" Type="http://schemas.openxmlformats.org/officeDocument/2006/relationships/tags" Target="../tags/tag44.xml"/><Relationship Id="rId43" Type="http://schemas.openxmlformats.org/officeDocument/2006/relationships/tags" Target="../tags/tag43.xml"/><Relationship Id="rId42" Type="http://schemas.openxmlformats.org/officeDocument/2006/relationships/tags" Target="../tags/tag42.xml"/><Relationship Id="rId41" Type="http://schemas.openxmlformats.org/officeDocument/2006/relationships/tags" Target="../tags/tag41.xml"/><Relationship Id="rId40" Type="http://schemas.openxmlformats.org/officeDocument/2006/relationships/tags" Target="../tags/tag40.xml"/><Relationship Id="rId4" Type="http://schemas.openxmlformats.org/officeDocument/2006/relationships/tags" Target="../tags/tag4.xml"/><Relationship Id="rId39" Type="http://schemas.openxmlformats.org/officeDocument/2006/relationships/tags" Target="../tags/tag39.xml"/><Relationship Id="rId38" Type="http://schemas.openxmlformats.org/officeDocument/2006/relationships/tags" Target="../tags/tag38.xml"/><Relationship Id="rId37" Type="http://schemas.openxmlformats.org/officeDocument/2006/relationships/tags" Target="../tags/tag37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4.xml"/><Relationship Id="rId2" Type="http://schemas.openxmlformats.org/officeDocument/2006/relationships/image" Target="../media/image2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t="7303"/>
          <a:stretch>
            <a:fillRect/>
          </a:stretch>
        </p:blipFill>
        <p:spPr>
          <a:xfrm>
            <a:off x="459740" y="390525"/>
            <a:ext cx="11274425" cy="6076950"/>
          </a:xfrm>
          <a:prstGeom prst="rect">
            <a:avLst/>
          </a:prstGeom>
        </p:spPr>
      </p:pic>
      <p:grpSp>
        <p:nvGrpSpPr>
          <p:cNvPr id="7" name="组合 6"/>
          <p:cNvGrpSpPr/>
          <p:nvPr userDrawn="1"/>
        </p:nvGrpSpPr>
        <p:grpSpPr>
          <a:xfrm>
            <a:off x="-28955" y="1"/>
            <a:ext cx="12249910" cy="6858000"/>
            <a:chOff x="-28955" y="1"/>
            <a:chExt cx="12249910" cy="6858000"/>
          </a:xfrm>
        </p:grpSpPr>
        <p:sp>
          <p:nvSpPr>
            <p:cNvPr id="8" name="矩形 7"/>
            <p:cNvSpPr/>
            <p:nvPr/>
          </p:nvSpPr>
          <p:spPr>
            <a:xfrm>
              <a:off x="436306" y="390832"/>
              <a:ext cx="11319388" cy="607633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9607347" y="1"/>
              <a:ext cx="2613608" cy="2014383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-28955" y="4843618"/>
              <a:ext cx="2613608" cy="2014383"/>
            </a:xfrm>
            <a:custGeom>
              <a:avLst/>
              <a:gdLst>
                <a:gd name="connsiteX0" fmla="*/ 696318 w 2613608"/>
                <a:gd name="connsiteY0" fmla="*/ 0 h 2014383"/>
                <a:gd name="connsiteX1" fmla="*/ 2613608 w 2613608"/>
                <a:gd name="connsiteY1" fmla="*/ 1917290 h 2014383"/>
                <a:gd name="connsiteX2" fmla="*/ 2608705 w 2613608"/>
                <a:gd name="connsiteY2" fmla="*/ 2014383 h 2014383"/>
                <a:gd name="connsiteX3" fmla="*/ 0 w 2613608"/>
                <a:gd name="connsiteY3" fmla="*/ 2014383 h 2014383"/>
                <a:gd name="connsiteX4" fmla="*/ 0 w 2613608"/>
                <a:gd name="connsiteY4" fmla="*/ 132378 h 2014383"/>
                <a:gd name="connsiteX5" fmla="*/ 126175 w 2613608"/>
                <a:gd name="connsiteY5" fmla="*/ 86198 h 2014383"/>
                <a:gd name="connsiteX6" fmla="*/ 696318 w 2613608"/>
                <a:gd name="connsiteY6" fmla="*/ 0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13608" h="2014383">
                  <a:moveTo>
                    <a:pt x="696318" y="0"/>
                  </a:moveTo>
                  <a:cubicBezTo>
                    <a:pt x="1755208" y="0"/>
                    <a:pt x="2613608" y="858400"/>
                    <a:pt x="2613608" y="1917290"/>
                  </a:cubicBezTo>
                  <a:lnTo>
                    <a:pt x="2608705" y="2014383"/>
                  </a:lnTo>
                  <a:lnTo>
                    <a:pt x="0" y="2014383"/>
                  </a:lnTo>
                  <a:lnTo>
                    <a:pt x="0" y="132378"/>
                  </a:lnTo>
                  <a:lnTo>
                    <a:pt x="126175" y="86198"/>
                  </a:lnTo>
                  <a:cubicBezTo>
                    <a:pt x="306283" y="30178"/>
                    <a:pt x="497776" y="0"/>
                    <a:pt x="696318" y="0"/>
                  </a:cubicBezTo>
                  <a:close/>
                </a:path>
              </a:pathLst>
            </a:cu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2824706" y="5922253"/>
              <a:ext cx="935747" cy="935747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11662673" y="499894"/>
              <a:ext cx="186041" cy="1133803"/>
              <a:chOff x="5559847" y="2479549"/>
              <a:chExt cx="521110" cy="3175843"/>
            </a:xfrm>
            <a:solidFill>
              <a:schemeClr val="accent1"/>
            </a:solidFill>
          </p:grpSpPr>
          <p:sp>
            <p:nvSpPr>
              <p:cNvPr id="20" name="等腰三角形 19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4" name="等腰三角形 23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371707" y="5333365"/>
              <a:ext cx="186041" cy="1133803"/>
              <a:chOff x="5559847" y="2479549"/>
              <a:chExt cx="521110" cy="3175843"/>
            </a:xfrm>
            <a:solidFill>
              <a:schemeClr val="accent1"/>
            </a:solidFill>
          </p:grpSpPr>
          <p:sp>
            <p:nvSpPr>
              <p:cNvPr id="15" name="等腰三角形 14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6" name="等腰三角形 15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7" name="等腰三角形 16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8" name="等腰三角形 17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9" name="等腰三角形 18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5" name="组合 24"/>
          <p:cNvGrpSpPr/>
          <p:nvPr userDrawn="1"/>
        </p:nvGrpSpPr>
        <p:grpSpPr>
          <a:xfrm>
            <a:off x="10757221" y="5846823"/>
            <a:ext cx="767416" cy="433219"/>
            <a:chOff x="4468761" y="1799303"/>
            <a:chExt cx="914400" cy="51619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6" name="矩形 25"/>
            <p:cNvSpPr/>
            <p:nvPr/>
          </p:nvSpPr>
          <p:spPr>
            <a:xfrm>
              <a:off x="4468761" y="1799303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4468761" y="1999942"/>
              <a:ext cx="914400" cy="114917"/>
            </a:xfrm>
            <a:prstGeom prst="rect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4468761" y="2200580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pic>
        <p:nvPicPr>
          <p:cNvPr id="45" name="图片 4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25" y="565785"/>
            <a:ext cx="2464435" cy="707390"/>
          </a:xfrm>
          <a:prstGeom prst="rect">
            <a:avLst/>
          </a:prstGeom>
        </p:spPr>
      </p:pic>
      <p:sp>
        <p:nvSpPr>
          <p:cNvPr id="2" name="矩形: 圆角 4"/>
          <p:cNvSpPr/>
          <p:nvPr>
            <p:custDataLst>
              <p:tags r:id="rId3"/>
            </p:custDataLst>
          </p:nvPr>
        </p:nvSpPr>
        <p:spPr>
          <a:xfrm>
            <a:off x="921385" y="2152650"/>
            <a:ext cx="10354945" cy="2596515"/>
          </a:xfrm>
          <a:prstGeom prst="roundRect">
            <a:avLst>
              <a:gd name="adj" fmla="val 0"/>
            </a:avLst>
          </a:prstGeom>
          <a:solidFill>
            <a:srgbClr val="FFFFFF">
              <a:alpha val="79000"/>
            </a:srgbClr>
          </a:solidFill>
          <a:ln w="28575" cmpd="sng">
            <a:noFill/>
            <a:prstDash val="solid"/>
          </a:ln>
          <a:effectLst>
            <a:outerShdw blurRad="127000" dist="254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dirty="0">
              <a:solidFill>
                <a:schemeClr val="dk1"/>
              </a:solidFill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94317" y="2478826"/>
            <a:ext cx="7603367" cy="10667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5400" b="1" dirty="0">
                <a:solidFill>
                  <a:schemeClr val="tx1"/>
                </a:solidFill>
                <a:cs typeface="+mn-ea"/>
                <a:sym typeface="+mn-lt"/>
              </a:rPr>
              <a:t>学术汇报论文答辩模板</a:t>
            </a:r>
            <a:endParaRPr lang="zh-CN" altLang="en-US" sz="5400" b="1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4" name="文本框 21"/>
          <p:cNvSpPr txBox="1"/>
          <p:nvPr/>
        </p:nvSpPr>
        <p:spPr>
          <a:xfrm>
            <a:off x="2584635" y="3618212"/>
            <a:ext cx="7425319" cy="44717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000"/>
              </a:lnSpc>
            </a:pPr>
            <a:r>
              <a:rPr lang="zh-CN" altLang="en-US" sz="2000" spc="600" dirty="0">
                <a:solidFill>
                  <a:srgbClr val="005FA5"/>
                </a:solidFill>
                <a:cs typeface="+mn-ea"/>
                <a:sym typeface="+mn-lt"/>
              </a:rPr>
              <a:t>单击添加学院名称</a:t>
            </a:r>
            <a:r>
              <a:rPr lang="en-US" altLang="zh-CN" sz="2000" spc="600" dirty="0">
                <a:solidFill>
                  <a:srgbClr val="005FA5"/>
                </a:solidFill>
                <a:cs typeface="+mn-ea"/>
                <a:sym typeface="+mn-lt"/>
              </a:rPr>
              <a:t>/</a:t>
            </a:r>
            <a:r>
              <a:rPr lang="zh-CN" altLang="en-US" sz="2000" spc="600" dirty="0">
                <a:solidFill>
                  <a:srgbClr val="005FA5"/>
                </a:solidFill>
                <a:cs typeface="+mn-ea"/>
                <a:sym typeface="+mn-lt"/>
              </a:rPr>
              <a:t>班级名称</a:t>
            </a:r>
            <a:r>
              <a:rPr lang="en-US" altLang="zh-CN" sz="2000" spc="600" dirty="0">
                <a:solidFill>
                  <a:srgbClr val="005FA5"/>
                </a:solidFill>
                <a:cs typeface="+mn-ea"/>
                <a:sym typeface="+mn-lt"/>
              </a:rPr>
              <a:t>/</a:t>
            </a:r>
            <a:r>
              <a:rPr lang="zh-CN" altLang="en-US" sz="2000" spc="600" dirty="0">
                <a:solidFill>
                  <a:srgbClr val="005FA5"/>
                </a:solidFill>
                <a:cs typeface="+mn-ea"/>
                <a:sym typeface="+mn-lt"/>
              </a:rPr>
              <a:t>专业名称</a:t>
            </a:r>
            <a:endParaRPr lang="zh-CN" altLang="en-US" sz="2000" spc="600" dirty="0">
              <a:solidFill>
                <a:srgbClr val="005FA5"/>
              </a:solidFill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266530" y="4270504"/>
            <a:ext cx="1603726" cy="3429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dirty="0">
                <a:cs typeface="+mn-ea"/>
                <a:sym typeface="+mn-lt"/>
              </a:rPr>
              <a:t>指导老师：</a:t>
            </a:r>
            <a:r>
              <a:rPr lang="en-US" altLang="zh-CN" sz="1600" dirty="0">
                <a:cs typeface="+mn-ea"/>
                <a:sym typeface="+mn-lt"/>
              </a:rPr>
              <a:t>XXX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0" name="图形"/>
          <p:cNvSpPr>
            <a:spLocks noChangeAspect="1"/>
          </p:cNvSpPr>
          <p:nvPr/>
        </p:nvSpPr>
        <p:spPr bwMode="auto">
          <a:xfrm>
            <a:off x="4039666" y="4270504"/>
            <a:ext cx="226864" cy="254198"/>
          </a:xfrm>
          <a:custGeom>
            <a:avLst/>
            <a:gdLst>
              <a:gd name="T0" fmla="*/ 1931 w 2597"/>
              <a:gd name="T1" fmla="*/ 807 h 2914"/>
              <a:gd name="T2" fmla="*/ 1741 w 2597"/>
              <a:gd name="T3" fmla="*/ 141 h 2914"/>
              <a:gd name="T4" fmla="*/ 1037 w 2597"/>
              <a:gd name="T5" fmla="*/ 90 h 2914"/>
              <a:gd name="T6" fmla="*/ 646 w 2597"/>
              <a:gd name="T7" fmla="*/ 436 h 2914"/>
              <a:gd name="T8" fmla="*/ 665 w 2597"/>
              <a:gd name="T9" fmla="*/ 807 h 2914"/>
              <a:gd name="T10" fmla="*/ 593 w 2597"/>
              <a:gd name="T11" fmla="*/ 1085 h 2914"/>
              <a:gd name="T12" fmla="*/ 989 w 2597"/>
              <a:gd name="T13" fmla="*/ 1588 h 2914"/>
              <a:gd name="T14" fmla="*/ 1298 w 2597"/>
              <a:gd name="T15" fmla="*/ 1696 h 2914"/>
              <a:gd name="T16" fmla="*/ 1608 w 2597"/>
              <a:gd name="T17" fmla="*/ 1588 h 2914"/>
              <a:gd name="T18" fmla="*/ 2003 w 2597"/>
              <a:gd name="T19" fmla="*/ 1085 h 2914"/>
              <a:gd name="T20" fmla="*/ 1874 w 2597"/>
              <a:gd name="T21" fmla="*/ 1052 h 2914"/>
              <a:gd name="T22" fmla="*/ 1766 w 2597"/>
              <a:gd name="T23" fmla="*/ 1173 h 2914"/>
              <a:gd name="T24" fmla="*/ 1517 w 2597"/>
              <a:gd name="T25" fmla="*/ 1490 h 2914"/>
              <a:gd name="T26" fmla="*/ 1156 w 2597"/>
              <a:gd name="T27" fmla="*/ 1536 h 2914"/>
              <a:gd name="T28" fmla="*/ 903 w 2597"/>
              <a:gd name="T29" fmla="*/ 1210 h 2914"/>
              <a:gd name="T30" fmla="*/ 830 w 2597"/>
              <a:gd name="T31" fmla="*/ 1173 h 2914"/>
              <a:gd name="T32" fmla="*/ 722 w 2597"/>
              <a:gd name="T33" fmla="*/ 1052 h 2914"/>
              <a:gd name="T34" fmla="*/ 745 w 2597"/>
              <a:gd name="T35" fmla="*/ 916 h 2914"/>
              <a:gd name="T36" fmla="*/ 800 w 2597"/>
              <a:gd name="T37" fmla="*/ 765 h 2914"/>
              <a:gd name="T38" fmla="*/ 1052 w 2597"/>
              <a:gd name="T39" fmla="*/ 526 h 2914"/>
              <a:gd name="T40" fmla="*/ 1795 w 2597"/>
              <a:gd name="T41" fmla="*/ 746 h 2914"/>
              <a:gd name="T42" fmla="*/ 1851 w 2597"/>
              <a:gd name="T43" fmla="*/ 916 h 2914"/>
              <a:gd name="T44" fmla="*/ 1874 w 2597"/>
              <a:gd name="T45" fmla="*/ 1052 h 2914"/>
              <a:gd name="T46" fmla="*/ 1719 w 2597"/>
              <a:gd name="T47" fmla="*/ 1709 h 2914"/>
              <a:gd name="T48" fmla="*/ 1632 w 2597"/>
              <a:gd name="T49" fmla="*/ 1748 h 2914"/>
              <a:gd name="T50" fmla="*/ 1456 w 2597"/>
              <a:gd name="T51" fmla="*/ 2070 h 2914"/>
              <a:gd name="T52" fmla="*/ 1496 w 2597"/>
              <a:gd name="T53" fmla="*/ 1895 h 2914"/>
              <a:gd name="T54" fmla="*/ 1156 w 2597"/>
              <a:gd name="T55" fmla="*/ 1865 h 2914"/>
              <a:gd name="T56" fmla="*/ 1094 w 2597"/>
              <a:gd name="T57" fmla="*/ 1957 h 2914"/>
              <a:gd name="T58" fmla="*/ 1111 w 2597"/>
              <a:gd name="T59" fmla="*/ 2153 h 2914"/>
              <a:gd name="T60" fmla="*/ 929 w 2597"/>
              <a:gd name="T61" fmla="*/ 1710 h 2914"/>
              <a:gd name="T62" fmla="*/ 294 w 2597"/>
              <a:gd name="T63" fmla="*/ 1942 h 2914"/>
              <a:gd name="T64" fmla="*/ 0 w 2597"/>
              <a:gd name="T65" fmla="*/ 2848 h 2914"/>
              <a:gd name="T66" fmla="*/ 2530 w 2597"/>
              <a:gd name="T67" fmla="*/ 2914 h 2914"/>
              <a:gd name="T68" fmla="*/ 2597 w 2597"/>
              <a:gd name="T69" fmla="*/ 2377 h 2914"/>
              <a:gd name="T70" fmla="*/ 2282 w 2597"/>
              <a:gd name="T71" fmla="*/ 2570 h 2914"/>
              <a:gd name="T72" fmla="*/ 1767 w 2597"/>
              <a:gd name="T73" fmla="*/ 2636 h 2914"/>
              <a:gd name="T74" fmla="*/ 1701 w 2597"/>
              <a:gd name="T75" fmla="*/ 2362 h 2914"/>
              <a:gd name="T76" fmla="*/ 2215 w 2597"/>
              <a:gd name="T77" fmla="*/ 2295 h 2914"/>
              <a:gd name="T78" fmla="*/ 2282 w 2597"/>
              <a:gd name="T79" fmla="*/ 2570 h 2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597" h="2914">
                <a:moveTo>
                  <a:pt x="1985" y="861"/>
                </a:moveTo>
                <a:cubicBezTo>
                  <a:pt x="1969" y="836"/>
                  <a:pt x="1949" y="819"/>
                  <a:pt x="1931" y="807"/>
                </a:cubicBezTo>
                <a:cubicBezTo>
                  <a:pt x="1931" y="776"/>
                  <a:pt x="1929" y="732"/>
                  <a:pt x="1922" y="682"/>
                </a:cubicBezTo>
                <a:cubicBezTo>
                  <a:pt x="1927" y="622"/>
                  <a:pt x="1944" y="290"/>
                  <a:pt x="1741" y="141"/>
                </a:cubicBezTo>
                <a:cubicBezTo>
                  <a:pt x="1616" y="49"/>
                  <a:pt x="1477" y="0"/>
                  <a:pt x="1338" y="0"/>
                </a:cubicBezTo>
                <a:cubicBezTo>
                  <a:pt x="1226" y="0"/>
                  <a:pt x="1119" y="32"/>
                  <a:pt x="1037" y="90"/>
                </a:cubicBezTo>
                <a:cubicBezTo>
                  <a:pt x="963" y="142"/>
                  <a:pt x="922" y="199"/>
                  <a:pt x="900" y="239"/>
                </a:cubicBezTo>
                <a:cubicBezTo>
                  <a:pt x="837" y="241"/>
                  <a:pt x="705" y="267"/>
                  <a:pt x="646" y="436"/>
                </a:cubicBezTo>
                <a:cubicBezTo>
                  <a:pt x="591" y="595"/>
                  <a:pt x="636" y="693"/>
                  <a:pt x="668" y="739"/>
                </a:cubicBezTo>
                <a:cubicBezTo>
                  <a:pt x="666" y="765"/>
                  <a:pt x="665" y="789"/>
                  <a:pt x="665" y="807"/>
                </a:cubicBezTo>
                <a:cubicBezTo>
                  <a:pt x="647" y="819"/>
                  <a:pt x="628" y="836"/>
                  <a:pt x="611" y="861"/>
                </a:cubicBezTo>
                <a:cubicBezTo>
                  <a:pt x="575" y="917"/>
                  <a:pt x="569" y="993"/>
                  <a:pt x="593" y="1085"/>
                </a:cubicBezTo>
                <a:cubicBezTo>
                  <a:pt x="638" y="1259"/>
                  <a:pt x="744" y="1297"/>
                  <a:pt x="801" y="1305"/>
                </a:cubicBezTo>
                <a:cubicBezTo>
                  <a:pt x="836" y="1374"/>
                  <a:pt x="912" y="1516"/>
                  <a:pt x="989" y="1588"/>
                </a:cubicBezTo>
                <a:cubicBezTo>
                  <a:pt x="1019" y="1616"/>
                  <a:pt x="1059" y="1641"/>
                  <a:pt x="1107" y="1659"/>
                </a:cubicBezTo>
                <a:cubicBezTo>
                  <a:pt x="1168" y="1684"/>
                  <a:pt x="1232" y="1696"/>
                  <a:pt x="1298" y="1696"/>
                </a:cubicBezTo>
                <a:cubicBezTo>
                  <a:pt x="1364" y="1696"/>
                  <a:pt x="1429" y="1684"/>
                  <a:pt x="1490" y="1659"/>
                </a:cubicBezTo>
                <a:cubicBezTo>
                  <a:pt x="1538" y="1641"/>
                  <a:pt x="1577" y="1616"/>
                  <a:pt x="1608" y="1588"/>
                </a:cubicBezTo>
                <a:cubicBezTo>
                  <a:pt x="1684" y="1516"/>
                  <a:pt x="1761" y="1374"/>
                  <a:pt x="1796" y="1305"/>
                </a:cubicBezTo>
                <a:cubicBezTo>
                  <a:pt x="1852" y="1297"/>
                  <a:pt x="1958" y="1259"/>
                  <a:pt x="2003" y="1085"/>
                </a:cubicBezTo>
                <a:cubicBezTo>
                  <a:pt x="2028" y="993"/>
                  <a:pt x="2022" y="917"/>
                  <a:pt x="1985" y="861"/>
                </a:cubicBezTo>
                <a:close/>
                <a:moveTo>
                  <a:pt x="1874" y="1052"/>
                </a:moveTo>
                <a:cubicBezTo>
                  <a:pt x="1847" y="1157"/>
                  <a:pt x="1797" y="1173"/>
                  <a:pt x="1770" y="1173"/>
                </a:cubicBezTo>
                <a:cubicBezTo>
                  <a:pt x="1768" y="1173"/>
                  <a:pt x="1767" y="1173"/>
                  <a:pt x="1766" y="1173"/>
                </a:cubicBezTo>
                <a:cubicBezTo>
                  <a:pt x="1735" y="1165"/>
                  <a:pt x="1707" y="1181"/>
                  <a:pt x="1693" y="1210"/>
                </a:cubicBezTo>
                <a:cubicBezTo>
                  <a:pt x="1667" y="1267"/>
                  <a:pt x="1584" y="1428"/>
                  <a:pt x="1517" y="1490"/>
                </a:cubicBezTo>
                <a:cubicBezTo>
                  <a:pt x="1499" y="1508"/>
                  <a:pt x="1473" y="1523"/>
                  <a:pt x="1441" y="1536"/>
                </a:cubicBezTo>
                <a:cubicBezTo>
                  <a:pt x="1350" y="1572"/>
                  <a:pt x="1246" y="1572"/>
                  <a:pt x="1156" y="1536"/>
                </a:cubicBezTo>
                <a:cubicBezTo>
                  <a:pt x="1124" y="1523"/>
                  <a:pt x="1098" y="1508"/>
                  <a:pt x="1080" y="1490"/>
                </a:cubicBezTo>
                <a:cubicBezTo>
                  <a:pt x="1013" y="1428"/>
                  <a:pt x="930" y="1267"/>
                  <a:pt x="903" y="1210"/>
                </a:cubicBezTo>
                <a:cubicBezTo>
                  <a:pt x="892" y="1186"/>
                  <a:pt x="870" y="1171"/>
                  <a:pt x="846" y="1171"/>
                </a:cubicBezTo>
                <a:cubicBezTo>
                  <a:pt x="841" y="1171"/>
                  <a:pt x="835" y="1172"/>
                  <a:pt x="830" y="1173"/>
                </a:cubicBezTo>
                <a:cubicBezTo>
                  <a:pt x="829" y="1173"/>
                  <a:pt x="828" y="1173"/>
                  <a:pt x="826" y="1173"/>
                </a:cubicBezTo>
                <a:cubicBezTo>
                  <a:pt x="799" y="1173"/>
                  <a:pt x="750" y="1157"/>
                  <a:pt x="722" y="1052"/>
                </a:cubicBezTo>
                <a:cubicBezTo>
                  <a:pt x="708" y="1000"/>
                  <a:pt x="708" y="958"/>
                  <a:pt x="722" y="935"/>
                </a:cubicBezTo>
                <a:cubicBezTo>
                  <a:pt x="730" y="921"/>
                  <a:pt x="742" y="917"/>
                  <a:pt x="745" y="916"/>
                </a:cubicBezTo>
                <a:cubicBezTo>
                  <a:pt x="781" y="912"/>
                  <a:pt x="803" y="880"/>
                  <a:pt x="800" y="844"/>
                </a:cubicBezTo>
                <a:cubicBezTo>
                  <a:pt x="800" y="843"/>
                  <a:pt x="797" y="812"/>
                  <a:pt x="800" y="765"/>
                </a:cubicBezTo>
                <a:cubicBezTo>
                  <a:pt x="846" y="745"/>
                  <a:pt x="920" y="707"/>
                  <a:pt x="981" y="640"/>
                </a:cubicBezTo>
                <a:cubicBezTo>
                  <a:pt x="1013" y="606"/>
                  <a:pt x="1036" y="564"/>
                  <a:pt x="1052" y="526"/>
                </a:cubicBezTo>
                <a:cubicBezTo>
                  <a:pt x="1097" y="562"/>
                  <a:pt x="1160" y="605"/>
                  <a:pt x="1244" y="642"/>
                </a:cubicBezTo>
                <a:cubicBezTo>
                  <a:pt x="1387" y="706"/>
                  <a:pt x="1674" y="736"/>
                  <a:pt x="1795" y="746"/>
                </a:cubicBezTo>
                <a:cubicBezTo>
                  <a:pt x="1800" y="804"/>
                  <a:pt x="1797" y="843"/>
                  <a:pt x="1797" y="844"/>
                </a:cubicBezTo>
                <a:cubicBezTo>
                  <a:pt x="1793" y="880"/>
                  <a:pt x="1815" y="912"/>
                  <a:pt x="1851" y="916"/>
                </a:cubicBezTo>
                <a:cubicBezTo>
                  <a:pt x="1855" y="917"/>
                  <a:pt x="1866" y="921"/>
                  <a:pt x="1874" y="935"/>
                </a:cubicBezTo>
                <a:cubicBezTo>
                  <a:pt x="1888" y="958"/>
                  <a:pt x="1888" y="1000"/>
                  <a:pt x="1874" y="1052"/>
                </a:cubicBezTo>
                <a:close/>
                <a:moveTo>
                  <a:pt x="2302" y="1942"/>
                </a:moveTo>
                <a:lnTo>
                  <a:pt x="1719" y="1709"/>
                </a:lnTo>
                <a:cubicBezTo>
                  <a:pt x="1702" y="1702"/>
                  <a:pt x="1684" y="1703"/>
                  <a:pt x="1667" y="1710"/>
                </a:cubicBezTo>
                <a:cubicBezTo>
                  <a:pt x="1651" y="1717"/>
                  <a:pt x="1638" y="1731"/>
                  <a:pt x="1632" y="1748"/>
                </a:cubicBezTo>
                <a:lnTo>
                  <a:pt x="1485" y="2153"/>
                </a:lnTo>
                <a:lnTo>
                  <a:pt x="1456" y="2070"/>
                </a:lnTo>
                <a:lnTo>
                  <a:pt x="1502" y="1957"/>
                </a:lnTo>
                <a:cubicBezTo>
                  <a:pt x="1511" y="1936"/>
                  <a:pt x="1508" y="1913"/>
                  <a:pt x="1496" y="1895"/>
                </a:cubicBezTo>
                <a:cubicBezTo>
                  <a:pt x="1484" y="1876"/>
                  <a:pt x="1463" y="1865"/>
                  <a:pt x="1441" y="1865"/>
                </a:cubicBezTo>
                <a:lnTo>
                  <a:pt x="1156" y="1865"/>
                </a:lnTo>
                <a:cubicBezTo>
                  <a:pt x="1134" y="1865"/>
                  <a:pt x="1113" y="1876"/>
                  <a:pt x="1101" y="1895"/>
                </a:cubicBezTo>
                <a:cubicBezTo>
                  <a:pt x="1088" y="1913"/>
                  <a:pt x="1086" y="1936"/>
                  <a:pt x="1094" y="1957"/>
                </a:cubicBezTo>
                <a:lnTo>
                  <a:pt x="1140" y="2070"/>
                </a:lnTo>
                <a:lnTo>
                  <a:pt x="1111" y="2153"/>
                </a:lnTo>
                <a:lnTo>
                  <a:pt x="965" y="1748"/>
                </a:lnTo>
                <a:cubicBezTo>
                  <a:pt x="959" y="1731"/>
                  <a:pt x="946" y="1717"/>
                  <a:pt x="929" y="1710"/>
                </a:cubicBezTo>
                <a:cubicBezTo>
                  <a:pt x="913" y="1703"/>
                  <a:pt x="894" y="1702"/>
                  <a:pt x="877" y="1709"/>
                </a:cubicBezTo>
                <a:lnTo>
                  <a:pt x="294" y="1942"/>
                </a:lnTo>
                <a:cubicBezTo>
                  <a:pt x="115" y="2014"/>
                  <a:pt x="0" y="2184"/>
                  <a:pt x="0" y="2377"/>
                </a:cubicBezTo>
                <a:lnTo>
                  <a:pt x="0" y="2848"/>
                </a:lnTo>
                <a:cubicBezTo>
                  <a:pt x="0" y="2885"/>
                  <a:pt x="30" y="2914"/>
                  <a:pt x="66" y="2914"/>
                </a:cubicBezTo>
                <a:lnTo>
                  <a:pt x="2530" y="2914"/>
                </a:lnTo>
                <a:cubicBezTo>
                  <a:pt x="2567" y="2914"/>
                  <a:pt x="2597" y="2885"/>
                  <a:pt x="2597" y="2848"/>
                </a:cubicBezTo>
                <a:lnTo>
                  <a:pt x="2597" y="2377"/>
                </a:lnTo>
                <a:cubicBezTo>
                  <a:pt x="2597" y="2184"/>
                  <a:pt x="2481" y="2014"/>
                  <a:pt x="2302" y="1942"/>
                </a:cubicBezTo>
                <a:close/>
                <a:moveTo>
                  <a:pt x="2282" y="2570"/>
                </a:moveTo>
                <a:cubicBezTo>
                  <a:pt x="2282" y="2606"/>
                  <a:pt x="2252" y="2636"/>
                  <a:pt x="2215" y="2636"/>
                </a:cubicBezTo>
                <a:lnTo>
                  <a:pt x="1767" y="2636"/>
                </a:lnTo>
                <a:cubicBezTo>
                  <a:pt x="1731" y="2636"/>
                  <a:pt x="1701" y="2606"/>
                  <a:pt x="1701" y="2570"/>
                </a:cubicBezTo>
                <a:lnTo>
                  <a:pt x="1701" y="2362"/>
                </a:lnTo>
                <a:cubicBezTo>
                  <a:pt x="1701" y="2325"/>
                  <a:pt x="1731" y="2295"/>
                  <a:pt x="1767" y="2295"/>
                </a:cubicBezTo>
                <a:lnTo>
                  <a:pt x="2215" y="2295"/>
                </a:lnTo>
                <a:cubicBezTo>
                  <a:pt x="2252" y="2295"/>
                  <a:pt x="2282" y="2325"/>
                  <a:pt x="2282" y="2362"/>
                </a:cubicBezTo>
                <a:lnTo>
                  <a:pt x="2282" y="25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677791" y="4270504"/>
            <a:ext cx="1390724" cy="3429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dirty="0">
                <a:cs typeface="+mn-ea"/>
                <a:sym typeface="+mn-lt"/>
              </a:rPr>
              <a:t>答辩人：</a:t>
            </a:r>
            <a:r>
              <a:rPr lang="en-US" altLang="zh-CN" sz="1600" dirty="0">
                <a:cs typeface="+mn-ea"/>
                <a:sym typeface="+mn-lt"/>
              </a:rPr>
              <a:t>XXX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31" name="图形"/>
          <p:cNvSpPr>
            <a:spLocks noChangeAspect="1"/>
          </p:cNvSpPr>
          <p:nvPr/>
        </p:nvSpPr>
        <p:spPr bwMode="auto">
          <a:xfrm>
            <a:off x="6411755" y="4272898"/>
            <a:ext cx="254198" cy="249411"/>
          </a:xfrm>
          <a:custGeom>
            <a:avLst/>
            <a:gdLst>
              <a:gd name="T0" fmla="*/ 10234 w 10586"/>
              <a:gd name="T1" fmla="*/ 8579 h 10403"/>
              <a:gd name="T2" fmla="*/ 7877 w 10586"/>
              <a:gd name="T3" fmla="*/ 7605 h 10403"/>
              <a:gd name="T4" fmla="*/ 7647 w 10586"/>
              <a:gd name="T5" fmla="*/ 5423 h 10403"/>
              <a:gd name="T6" fmla="*/ 7758 w 10586"/>
              <a:gd name="T7" fmla="*/ 3791 h 10403"/>
              <a:gd name="T8" fmla="*/ 7679 w 10586"/>
              <a:gd name="T9" fmla="*/ 2943 h 10403"/>
              <a:gd name="T10" fmla="*/ 8116 w 10586"/>
              <a:gd name="T11" fmla="*/ 1246 h 10403"/>
              <a:gd name="T12" fmla="*/ 7943 w 10586"/>
              <a:gd name="T13" fmla="*/ 2955 h 10403"/>
              <a:gd name="T14" fmla="*/ 9242 w 10586"/>
              <a:gd name="T15" fmla="*/ 3318 h 10403"/>
              <a:gd name="T16" fmla="*/ 8888 w 10586"/>
              <a:gd name="T17" fmla="*/ 1967 h 10403"/>
              <a:gd name="T18" fmla="*/ 9573 w 10586"/>
              <a:gd name="T19" fmla="*/ 1246 h 10403"/>
              <a:gd name="T20" fmla="*/ 8421 w 10586"/>
              <a:gd name="T21" fmla="*/ 233 h 10403"/>
              <a:gd name="T22" fmla="*/ 5631 w 10586"/>
              <a:gd name="T23" fmla="*/ 0 h 10403"/>
              <a:gd name="T24" fmla="*/ 1013 w 10586"/>
              <a:gd name="T25" fmla="*/ 233 h 10403"/>
              <a:gd name="T26" fmla="*/ 2907 w 10586"/>
              <a:gd name="T27" fmla="*/ 1246 h 10403"/>
              <a:gd name="T28" fmla="*/ 2984 w 10586"/>
              <a:gd name="T29" fmla="*/ 2943 h 10403"/>
              <a:gd name="T30" fmla="*/ 2510 w 10586"/>
              <a:gd name="T31" fmla="*/ 4799 h 10403"/>
              <a:gd name="T32" fmla="*/ 3672 w 10586"/>
              <a:gd name="T33" fmla="*/ 7122 h 10403"/>
              <a:gd name="T34" fmla="*/ 826 w 10586"/>
              <a:gd name="T35" fmla="*/ 8270 h 10403"/>
              <a:gd name="T36" fmla="*/ 0 w 10586"/>
              <a:gd name="T37" fmla="*/ 10403 h 10403"/>
              <a:gd name="T38" fmla="*/ 10586 w 10586"/>
              <a:gd name="T39" fmla="*/ 10066 h 10403"/>
              <a:gd name="T40" fmla="*/ 937 w 10586"/>
              <a:gd name="T41" fmla="*/ 8940 h 10403"/>
              <a:gd name="T42" fmla="*/ 4360 w 10586"/>
              <a:gd name="T43" fmla="*/ 7212 h 10403"/>
              <a:gd name="T44" fmla="*/ 3604 w 10586"/>
              <a:gd name="T45" fmla="*/ 5223 h 10403"/>
              <a:gd name="T46" fmla="*/ 3417 w 10586"/>
              <a:gd name="T47" fmla="*/ 4921 h 10403"/>
              <a:gd name="T48" fmla="*/ 3400 w 10586"/>
              <a:gd name="T49" fmla="*/ 4158 h 10403"/>
              <a:gd name="T50" fmla="*/ 3490 w 10586"/>
              <a:gd name="T51" fmla="*/ 3960 h 10403"/>
              <a:gd name="T52" fmla="*/ 6902 w 10586"/>
              <a:gd name="T53" fmla="*/ 2943 h 10403"/>
              <a:gd name="T54" fmla="*/ 7107 w 10586"/>
              <a:gd name="T55" fmla="*/ 4074 h 10403"/>
              <a:gd name="T56" fmla="*/ 7410 w 10586"/>
              <a:gd name="T57" fmla="*/ 4679 h 10403"/>
              <a:gd name="T58" fmla="*/ 6982 w 10586"/>
              <a:gd name="T59" fmla="*/ 5014 h 10403"/>
              <a:gd name="T60" fmla="*/ 6433 w 10586"/>
              <a:gd name="T61" fmla="*/ 6649 h 10403"/>
              <a:gd name="T62" fmla="*/ 7658 w 10586"/>
              <a:gd name="T63" fmla="*/ 8245 h 10403"/>
              <a:gd name="T64" fmla="*/ 9649 w 10586"/>
              <a:gd name="T65" fmla="*/ 8940 h 10403"/>
              <a:gd name="T66" fmla="*/ 688 w 10586"/>
              <a:gd name="T67" fmla="*/ 9728 h 104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0586" h="10403">
                <a:moveTo>
                  <a:pt x="10586" y="10066"/>
                </a:moveTo>
                <a:cubicBezTo>
                  <a:pt x="10586" y="9382"/>
                  <a:pt x="10468" y="8882"/>
                  <a:pt x="10234" y="8579"/>
                </a:cubicBezTo>
                <a:cubicBezTo>
                  <a:pt x="10084" y="8384"/>
                  <a:pt x="9904" y="8294"/>
                  <a:pt x="9762" y="8270"/>
                </a:cubicBezTo>
                <a:lnTo>
                  <a:pt x="7877" y="7605"/>
                </a:lnTo>
                <a:cubicBezTo>
                  <a:pt x="7193" y="7377"/>
                  <a:pt x="6978" y="7196"/>
                  <a:pt x="6914" y="7122"/>
                </a:cubicBezTo>
                <a:cubicBezTo>
                  <a:pt x="7474" y="6578"/>
                  <a:pt x="7613" y="5789"/>
                  <a:pt x="7647" y="5423"/>
                </a:cubicBezTo>
                <a:cubicBezTo>
                  <a:pt x="7940" y="5222"/>
                  <a:pt x="8043" y="4979"/>
                  <a:pt x="8075" y="4799"/>
                </a:cubicBezTo>
                <a:cubicBezTo>
                  <a:pt x="8153" y="4366"/>
                  <a:pt x="7897" y="3968"/>
                  <a:pt x="7758" y="3791"/>
                </a:cubicBezTo>
                <a:cubicBezTo>
                  <a:pt x="7725" y="3484"/>
                  <a:pt x="7671" y="3203"/>
                  <a:pt x="7602" y="2943"/>
                </a:cubicBezTo>
                <a:lnTo>
                  <a:pt x="7679" y="2943"/>
                </a:lnTo>
                <a:lnTo>
                  <a:pt x="7679" y="1246"/>
                </a:lnTo>
                <a:lnTo>
                  <a:pt x="8116" y="1246"/>
                </a:lnTo>
                <a:cubicBezTo>
                  <a:pt x="8151" y="1413"/>
                  <a:pt x="8182" y="1625"/>
                  <a:pt x="8205" y="1894"/>
                </a:cubicBezTo>
                <a:cubicBezTo>
                  <a:pt x="8105" y="2037"/>
                  <a:pt x="7989" y="2328"/>
                  <a:pt x="7943" y="2955"/>
                </a:cubicBezTo>
                <a:lnTo>
                  <a:pt x="7916" y="3318"/>
                </a:lnTo>
                <a:lnTo>
                  <a:pt x="9242" y="3318"/>
                </a:lnTo>
                <a:lnTo>
                  <a:pt x="9212" y="2952"/>
                </a:lnTo>
                <a:cubicBezTo>
                  <a:pt x="9173" y="2474"/>
                  <a:pt x="9006" y="2146"/>
                  <a:pt x="8888" y="1967"/>
                </a:cubicBezTo>
                <a:cubicBezTo>
                  <a:pt x="8868" y="1689"/>
                  <a:pt x="8838" y="1453"/>
                  <a:pt x="8801" y="1246"/>
                </a:cubicBezTo>
                <a:lnTo>
                  <a:pt x="9573" y="1246"/>
                </a:lnTo>
                <a:lnTo>
                  <a:pt x="9573" y="233"/>
                </a:lnTo>
                <a:lnTo>
                  <a:pt x="8421" y="233"/>
                </a:lnTo>
                <a:cubicBezTo>
                  <a:pt x="8272" y="51"/>
                  <a:pt x="8113" y="0"/>
                  <a:pt x="7986" y="0"/>
                </a:cubicBezTo>
                <a:lnTo>
                  <a:pt x="5631" y="0"/>
                </a:lnTo>
                <a:lnTo>
                  <a:pt x="5631" y="233"/>
                </a:lnTo>
                <a:lnTo>
                  <a:pt x="1013" y="233"/>
                </a:lnTo>
                <a:lnTo>
                  <a:pt x="1013" y="1246"/>
                </a:lnTo>
                <a:lnTo>
                  <a:pt x="2907" y="1246"/>
                </a:lnTo>
                <a:lnTo>
                  <a:pt x="2907" y="2943"/>
                </a:lnTo>
                <a:lnTo>
                  <a:pt x="2984" y="2943"/>
                </a:lnTo>
                <a:cubicBezTo>
                  <a:pt x="2915" y="3203"/>
                  <a:pt x="2861" y="3484"/>
                  <a:pt x="2828" y="3791"/>
                </a:cubicBezTo>
                <a:cubicBezTo>
                  <a:pt x="2689" y="3968"/>
                  <a:pt x="2433" y="4366"/>
                  <a:pt x="2510" y="4799"/>
                </a:cubicBezTo>
                <a:cubicBezTo>
                  <a:pt x="2543" y="4979"/>
                  <a:pt x="2646" y="5222"/>
                  <a:pt x="2939" y="5423"/>
                </a:cubicBezTo>
                <a:cubicBezTo>
                  <a:pt x="2974" y="5788"/>
                  <a:pt x="3112" y="6575"/>
                  <a:pt x="3672" y="7122"/>
                </a:cubicBezTo>
                <a:cubicBezTo>
                  <a:pt x="3608" y="7195"/>
                  <a:pt x="3392" y="7378"/>
                  <a:pt x="2703" y="7607"/>
                </a:cubicBezTo>
                <a:lnTo>
                  <a:pt x="826" y="8270"/>
                </a:lnTo>
                <a:cubicBezTo>
                  <a:pt x="586" y="8306"/>
                  <a:pt x="0" y="8550"/>
                  <a:pt x="0" y="10066"/>
                </a:cubicBezTo>
                <a:lnTo>
                  <a:pt x="0" y="10403"/>
                </a:lnTo>
                <a:lnTo>
                  <a:pt x="10586" y="10403"/>
                </a:lnTo>
                <a:lnTo>
                  <a:pt x="10586" y="10066"/>
                </a:lnTo>
                <a:close/>
                <a:moveTo>
                  <a:pt x="688" y="9728"/>
                </a:moveTo>
                <a:cubicBezTo>
                  <a:pt x="731" y="9184"/>
                  <a:pt x="872" y="8979"/>
                  <a:pt x="937" y="8940"/>
                </a:cubicBezTo>
                <a:lnTo>
                  <a:pt x="2922" y="8247"/>
                </a:lnTo>
                <a:cubicBezTo>
                  <a:pt x="3832" y="7943"/>
                  <a:pt x="4288" y="7615"/>
                  <a:pt x="4360" y="7212"/>
                </a:cubicBezTo>
                <a:cubicBezTo>
                  <a:pt x="4406" y="6955"/>
                  <a:pt x="4277" y="6748"/>
                  <a:pt x="4170" y="6663"/>
                </a:cubicBezTo>
                <a:cubicBezTo>
                  <a:pt x="3615" y="6155"/>
                  <a:pt x="3604" y="5232"/>
                  <a:pt x="3604" y="5223"/>
                </a:cubicBezTo>
                <a:lnTo>
                  <a:pt x="3604" y="5014"/>
                </a:lnTo>
                <a:lnTo>
                  <a:pt x="3417" y="4921"/>
                </a:lnTo>
                <a:cubicBezTo>
                  <a:pt x="3273" y="4849"/>
                  <a:pt x="3192" y="4768"/>
                  <a:pt x="3176" y="4680"/>
                </a:cubicBezTo>
                <a:cubicBezTo>
                  <a:pt x="3144" y="4506"/>
                  <a:pt x="3314" y="4253"/>
                  <a:pt x="3400" y="4158"/>
                </a:cubicBezTo>
                <a:lnTo>
                  <a:pt x="3479" y="4074"/>
                </a:lnTo>
                <a:lnTo>
                  <a:pt x="3490" y="3960"/>
                </a:lnTo>
                <a:cubicBezTo>
                  <a:pt x="3526" y="3578"/>
                  <a:pt x="3591" y="3237"/>
                  <a:pt x="3684" y="2943"/>
                </a:cubicBezTo>
                <a:lnTo>
                  <a:pt x="6902" y="2943"/>
                </a:lnTo>
                <a:cubicBezTo>
                  <a:pt x="6995" y="3237"/>
                  <a:pt x="7060" y="3578"/>
                  <a:pt x="7096" y="3960"/>
                </a:cubicBezTo>
                <a:lnTo>
                  <a:pt x="7107" y="4074"/>
                </a:lnTo>
                <a:lnTo>
                  <a:pt x="7186" y="4158"/>
                </a:lnTo>
                <a:cubicBezTo>
                  <a:pt x="7269" y="4248"/>
                  <a:pt x="7442" y="4504"/>
                  <a:pt x="7410" y="4679"/>
                </a:cubicBezTo>
                <a:cubicBezTo>
                  <a:pt x="7394" y="4767"/>
                  <a:pt x="7313" y="4849"/>
                  <a:pt x="7169" y="4921"/>
                </a:cubicBezTo>
                <a:lnTo>
                  <a:pt x="6982" y="5014"/>
                </a:lnTo>
                <a:lnTo>
                  <a:pt x="6982" y="5223"/>
                </a:lnTo>
                <a:cubicBezTo>
                  <a:pt x="6982" y="5232"/>
                  <a:pt x="6967" y="6159"/>
                  <a:pt x="6433" y="6649"/>
                </a:cubicBezTo>
                <a:cubicBezTo>
                  <a:pt x="6309" y="6748"/>
                  <a:pt x="6180" y="6955"/>
                  <a:pt x="6226" y="7212"/>
                </a:cubicBezTo>
                <a:cubicBezTo>
                  <a:pt x="6298" y="7615"/>
                  <a:pt x="6754" y="7943"/>
                  <a:pt x="7658" y="8245"/>
                </a:cubicBezTo>
                <a:lnTo>
                  <a:pt x="9627" y="8940"/>
                </a:lnTo>
                <a:lnTo>
                  <a:pt x="9649" y="8940"/>
                </a:lnTo>
                <a:cubicBezTo>
                  <a:pt x="9714" y="8979"/>
                  <a:pt x="9855" y="9184"/>
                  <a:pt x="9898" y="9728"/>
                </a:cubicBezTo>
                <a:lnTo>
                  <a:pt x="688" y="9728"/>
                </a:lnTo>
                <a:lnTo>
                  <a:pt x="688" y="97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2383341" y="4137651"/>
            <a:ext cx="74253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/>
          <p:cNvSpPr/>
          <p:nvPr/>
        </p:nvSpPr>
        <p:spPr>
          <a:xfrm>
            <a:off x="8491446" y="-5472"/>
            <a:ext cx="935747" cy="935747"/>
          </a:xfrm>
          <a:prstGeom prst="ellipse">
            <a:avLst/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10950497" y="2"/>
            <a:ext cx="1270457" cy="2291617"/>
            <a:chOff x="10950497" y="2"/>
            <a:chExt cx="1270457" cy="2291617"/>
          </a:xfrm>
        </p:grpSpPr>
        <p:sp>
          <p:nvSpPr>
            <p:cNvPr id="8" name="任意多边形: 形状 7"/>
            <p:cNvSpPr/>
            <p:nvPr/>
          </p:nvSpPr>
          <p:spPr>
            <a:xfrm>
              <a:off x="10950497" y="2"/>
              <a:ext cx="1270457" cy="979178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1379690" y="1157816"/>
              <a:ext cx="186041" cy="1133803"/>
              <a:chOff x="5559847" y="2479549"/>
              <a:chExt cx="521110" cy="3175843"/>
            </a:xfrm>
            <a:solidFill>
              <a:schemeClr val="accent1"/>
            </a:solidFill>
          </p:grpSpPr>
          <p:sp>
            <p:nvSpPr>
              <p:cNvPr id="19" name="等腰三角形 18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0" name="等腰三角形 19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5" name="组合 24"/>
          <p:cNvGrpSpPr/>
          <p:nvPr userDrawn="1"/>
        </p:nvGrpSpPr>
        <p:grpSpPr>
          <a:xfrm rot="10800000">
            <a:off x="1" y="4566383"/>
            <a:ext cx="1270457" cy="2291617"/>
            <a:chOff x="10950497" y="2"/>
            <a:chExt cx="1270457" cy="2291617"/>
          </a:xfrm>
          <a:solidFill>
            <a:srgbClr val="BAE2FF"/>
          </a:solidFill>
        </p:grpSpPr>
        <p:sp>
          <p:nvSpPr>
            <p:cNvPr id="26" name="任意多边形: 形状 25"/>
            <p:cNvSpPr/>
            <p:nvPr/>
          </p:nvSpPr>
          <p:spPr>
            <a:xfrm>
              <a:off x="10950497" y="2"/>
              <a:ext cx="1270457" cy="979178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11379690" y="1157816"/>
              <a:ext cx="186041" cy="1133803"/>
              <a:chOff x="5559847" y="2479549"/>
              <a:chExt cx="521110" cy="3175843"/>
            </a:xfrm>
            <a:grpFill/>
          </p:grpSpPr>
          <p:sp>
            <p:nvSpPr>
              <p:cNvPr id="28" name="等腰三角形 27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9" name="等腰三角形 28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0" name="等腰三角形 29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1" name="等腰三角形 30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2" name="等腰三角形 31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sp>
        <p:nvSpPr>
          <p:cNvPr id="9" name="椭圆 8"/>
          <p:cNvSpPr/>
          <p:nvPr/>
        </p:nvSpPr>
        <p:spPr>
          <a:xfrm>
            <a:off x="10650680" y="597491"/>
            <a:ext cx="395123" cy="395123"/>
          </a:xfrm>
          <a:prstGeom prst="ellipse">
            <a:avLst/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186302" y="5864996"/>
            <a:ext cx="395123" cy="395123"/>
          </a:xfrm>
          <a:prstGeom prst="ellipse">
            <a:avLst/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10889597" y="5858219"/>
            <a:ext cx="676134" cy="381689"/>
            <a:chOff x="4468761" y="1799303"/>
            <a:chExt cx="914400" cy="51619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4" name="矩形 33"/>
            <p:cNvSpPr/>
            <p:nvPr/>
          </p:nvSpPr>
          <p:spPr>
            <a:xfrm>
              <a:off x="4468761" y="1799303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4468761" y="1999942"/>
              <a:ext cx="914400" cy="114917"/>
            </a:xfrm>
            <a:prstGeom prst="rect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4468761" y="2200580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2" name="矩形: 圆角 1"/>
          <p:cNvSpPr/>
          <p:nvPr/>
        </p:nvSpPr>
        <p:spPr>
          <a:xfrm>
            <a:off x="4296937" y="991160"/>
            <a:ext cx="3598126" cy="716133"/>
          </a:xfrm>
          <a:prstGeom prst="roundRect">
            <a:avLst>
              <a:gd name="adj" fmla="val 50000"/>
            </a:avLst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3200" dirty="0">
                <a:cs typeface="+mn-ea"/>
                <a:sym typeface="+mn-lt"/>
              </a:rPr>
              <a:t>目录</a:t>
            </a:r>
            <a:r>
              <a:rPr lang="en-US" altLang="zh-CN" sz="3200" dirty="0">
                <a:cs typeface="+mn-ea"/>
                <a:sym typeface="+mn-lt"/>
              </a:rPr>
              <a:t>/Contents</a:t>
            </a:r>
            <a:endParaRPr lang="en-US" altLang="zh-CN" sz="3200" dirty="0">
              <a:cs typeface="+mn-ea"/>
              <a:sym typeface="+mn-lt"/>
            </a:endParaRPr>
          </a:p>
        </p:txBody>
      </p:sp>
      <p:sp>
        <p:nvSpPr>
          <p:cNvPr id="3" name="文本框"/>
          <p:cNvSpPr/>
          <p:nvPr/>
        </p:nvSpPr>
        <p:spPr>
          <a:xfrm>
            <a:off x="1786757" y="2792471"/>
            <a:ext cx="1086878" cy="667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rgbClr val="005FA5"/>
                </a:solidFill>
                <a:cs typeface="+mn-ea"/>
                <a:sym typeface="+mn-lt"/>
              </a:rPr>
              <a:t>01</a:t>
            </a:r>
            <a:endParaRPr lang="en-US" sz="5400" dirty="0">
              <a:solidFill>
                <a:srgbClr val="005FA5"/>
              </a:solidFill>
              <a:cs typeface="+mn-ea"/>
              <a:sym typeface="+mn-lt"/>
            </a:endParaRPr>
          </a:p>
        </p:txBody>
      </p:sp>
      <p:sp>
        <p:nvSpPr>
          <p:cNvPr id="4" name="TextBox 14"/>
          <p:cNvSpPr txBox="1"/>
          <p:nvPr/>
        </p:nvSpPr>
        <p:spPr>
          <a:xfrm>
            <a:off x="2738609" y="2833658"/>
            <a:ext cx="3294142" cy="58477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>
                <a:cs typeface="+mn-ea"/>
                <a:sym typeface="+mn-lt"/>
              </a:rPr>
              <a:t>选题背景与意义</a:t>
            </a:r>
            <a:endParaRPr lang="en-US" altLang="zh-CN" sz="3200" dirty="0">
              <a:cs typeface="+mn-ea"/>
              <a:sym typeface="+mn-lt"/>
            </a:endParaRPr>
          </a:p>
        </p:txBody>
      </p:sp>
      <p:sp>
        <p:nvSpPr>
          <p:cNvPr id="14" name="文本框"/>
          <p:cNvSpPr/>
          <p:nvPr/>
        </p:nvSpPr>
        <p:spPr>
          <a:xfrm>
            <a:off x="6576086" y="2792471"/>
            <a:ext cx="1086878" cy="667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rgbClr val="005FA5"/>
                </a:solidFill>
                <a:cs typeface="+mn-ea"/>
                <a:sym typeface="+mn-lt"/>
              </a:rPr>
              <a:t>02</a:t>
            </a:r>
            <a:endParaRPr lang="en-US" sz="5400" dirty="0">
              <a:solidFill>
                <a:srgbClr val="005FA5"/>
              </a:solidFill>
              <a:cs typeface="+mn-ea"/>
              <a:sym typeface="+mn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78178" y="2833659"/>
            <a:ext cx="329414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>
                <a:cs typeface="+mn-ea"/>
                <a:sym typeface="+mn-lt"/>
              </a:rPr>
              <a:t>研究方法与过程</a:t>
            </a:r>
            <a:endParaRPr lang="en-US" altLang="zh-CN" sz="3200" dirty="0">
              <a:cs typeface="+mn-ea"/>
              <a:sym typeface="+mn-lt"/>
            </a:endParaRPr>
          </a:p>
        </p:txBody>
      </p:sp>
      <p:sp>
        <p:nvSpPr>
          <p:cNvPr id="16" name="文本框"/>
          <p:cNvSpPr/>
          <p:nvPr/>
        </p:nvSpPr>
        <p:spPr>
          <a:xfrm>
            <a:off x="1786757" y="4289488"/>
            <a:ext cx="1086878" cy="667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rgbClr val="005FA5"/>
                </a:solidFill>
                <a:cs typeface="+mn-ea"/>
                <a:sym typeface="+mn-lt"/>
              </a:rPr>
              <a:t>03</a:t>
            </a:r>
            <a:endParaRPr lang="en-US" sz="5400" dirty="0">
              <a:solidFill>
                <a:srgbClr val="005FA5"/>
              </a:solidFill>
              <a:cs typeface="+mn-ea"/>
              <a:sym typeface="+mn-lt"/>
            </a:endParaRPr>
          </a:p>
        </p:txBody>
      </p:sp>
      <p:sp>
        <p:nvSpPr>
          <p:cNvPr id="17" name="文本框"/>
          <p:cNvSpPr/>
          <p:nvPr/>
        </p:nvSpPr>
        <p:spPr>
          <a:xfrm>
            <a:off x="6576086" y="4289488"/>
            <a:ext cx="1086878" cy="667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rgbClr val="005FA5"/>
                </a:solidFill>
                <a:cs typeface="+mn-ea"/>
                <a:sym typeface="+mn-lt"/>
              </a:rPr>
              <a:t>04</a:t>
            </a:r>
            <a:endParaRPr lang="en-US" sz="5400" dirty="0">
              <a:solidFill>
                <a:srgbClr val="005FA5"/>
              </a:solidFill>
              <a:cs typeface="+mn-ea"/>
              <a:sym typeface="+mn-lt"/>
            </a:endParaRPr>
          </a:p>
        </p:txBody>
      </p:sp>
      <p:sp>
        <p:nvSpPr>
          <p:cNvPr id="18" name="TextBox 14"/>
          <p:cNvSpPr txBox="1"/>
          <p:nvPr/>
        </p:nvSpPr>
        <p:spPr>
          <a:xfrm>
            <a:off x="2738609" y="4330676"/>
            <a:ext cx="3294142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>
                <a:cs typeface="+mn-ea"/>
                <a:sym typeface="+mn-lt"/>
              </a:rPr>
              <a:t>研究成果与展示</a:t>
            </a:r>
            <a:endParaRPr lang="en-US" altLang="zh-CN" sz="3200" dirty="0">
              <a:cs typeface="+mn-ea"/>
              <a:sym typeface="+mn-lt"/>
            </a:endParaRPr>
          </a:p>
        </p:txBody>
      </p:sp>
      <p:sp>
        <p:nvSpPr>
          <p:cNvPr id="37" name="TextBox 14"/>
          <p:cNvSpPr txBox="1"/>
          <p:nvPr/>
        </p:nvSpPr>
        <p:spPr>
          <a:xfrm>
            <a:off x="7578178" y="4330675"/>
            <a:ext cx="3294142" cy="58477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dirty="0">
                <a:cs typeface="+mn-ea"/>
                <a:sym typeface="+mn-lt"/>
              </a:rPr>
              <a:t>论文总结与启示</a:t>
            </a:r>
            <a:endParaRPr lang="en-US" altLang="zh-CN" sz="3200" dirty="0">
              <a:cs typeface="+mn-ea"/>
              <a:sym typeface="+mn-lt"/>
            </a:endParaRPr>
          </a:p>
        </p:txBody>
      </p:sp>
      <p:pic>
        <p:nvPicPr>
          <p:cNvPr id="38" name="图片 37" descr="1bNlb0QQN4CbnFaTduV4EpOZiSDqdwCmItAMVVWc-TUdWFMDZue1tv2d7Lpf3MXh"/>
          <p:cNvPicPr>
            <a:picLocks noChangeAspect="1"/>
          </p:cNvPicPr>
          <p:nvPr/>
        </p:nvPicPr>
        <p:blipFill>
          <a:blip r:embed="rId1"/>
          <a:srcRect t="34565" r="26454" b="37769"/>
          <a:stretch>
            <a:fillRect/>
          </a:stretch>
        </p:blipFill>
        <p:spPr>
          <a:xfrm flipH="1">
            <a:off x="8072755" y="1250950"/>
            <a:ext cx="910590" cy="456565"/>
          </a:xfrm>
          <a:prstGeom prst="rect">
            <a:avLst/>
          </a:prstGeom>
        </p:spPr>
      </p:pic>
      <p:pic>
        <p:nvPicPr>
          <p:cNvPr id="39" name="图片 38" descr="1bNlb0QQN4CbnFaTduV4EpOZiSDqdwCmItAMVVWc-TUdWFMDZue1tv2d7Lpf3MXh"/>
          <p:cNvPicPr>
            <a:picLocks noChangeAspect="1"/>
          </p:cNvPicPr>
          <p:nvPr/>
        </p:nvPicPr>
        <p:blipFill>
          <a:blip r:embed="rId1"/>
          <a:srcRect t="34565" r="26454" b="37769"/>
          <a:stretch>
            <a:fillRect/>
          </a:stretch>
        </p:blipFill>
        <p:spPr>
          <a:xfrm>
            <a:off x="3157220" y="1250950"/>
            <a:ext cx="910590" cy="4565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5633" b="9677"/>
          <a:stretch>
            <a:fillRect/>
          </a:stretch>
        </p:blipFill>
        <p:spPr>
          <a:xfrm>
            <a:off x="436245" y="390525"/>
            <a:ext cx="6902450" cy="608393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10950497" y="2"/>
            <a:ext cx="1270457" cy="2291617"/>
            <a:chOff x="10950497" y="2"/>
            <a:chExt cx="1270457" cy="2291617"/>
          </a:xfrm>
        </p:grpSpPr>
        <p:sp>
          <p:nvSpPr>
            <p:cNvPr id="8" name="任意多边形: 形状 7"/>
            <p:cNvSpPr/>
            <p:nvPr/>
          </p:nvSpPr>
          <p:spPr>
            <a:xfrm>
              <a:off x="10950497" y="2"/>
              <a:ext cx="1270457" cy="979178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1379690" y="1157816"/>
              <a:ext cx="186041" cy="1133803"/>
              <a:chOff x="5559847" y="2479549"/>
              <a:chExt cx="521110" cy="3175843"/>
            </a:xfrm>
            <a:solidFill>
              <a:schemeClr val="accent1"/>
            </a:solidFill>
          </p:grpSpPr>
          <p:sp>
            <p:nvSpPr>
              <p:cNvPr id="19" name="等腰三角形 18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0" name="等腰三角形 19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5" name="组合 24"/>
          <p:cNvGrpSpPr/>
          <p:nvPr userDrawn="1"/>
        </p:nvGrpSpPr>
        <p:grpSpPr>
          <a:xfrm rot="10800000">
            <a:off x="1" y="4566383"/>
            <a:ext cx="1270457" cy="2291617"/>
            <a:chOff x="10950497" y="2"/>
            <a:chExt cx="1270457" cy="2291617"/>
          </a:xfrm>
          <a:solidFill>
            <a:srgbClr val="BAE2FF"/>
          </a:solidFill>
        </p:grpSpPr>
        <p:sp>
          <p:nvSpPr>
            <p:cNvPr id="26" name="任意多边形: 形状 25"/>
            <p:cNvSpPr/>
            <p:nvPr/>
          </p:nvSpPr>
          <p:spPr>
            <a:xfrm>
              <a:off x="10950497" y="2"/>
              <a:ext cx="1270457" cy="979178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11379690" y="1157816"/>
              <a:ext cx="186041" cy="1133803"/>
              <a:chOff x="5559847" y="2479549"/>
              <a:chExt cx="521110" cy="3175843"/>
            </a:xfrm>
            <a:grpFill/>
          </p:grpSpPr>
          <p:sp>
            <p:nvSpPr>
              <p:cNvPr id="28" name="等腰三角形 27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9" name="等腰三角形 28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0" name="等腰三角形 29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1" name="等腰三角形 30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2" name="等腰三角形 31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sp>
        <p:nvSpPr>
          <p:cNvPr id="9" name="椭圆 8"/>
          <p:cNvSpPr/>
          <p:nvPr/>
        </p:nvSpPr>
        <p:spPr>
          <a:xfrm>
            <a:off x="10650680" y="597491"/>
            <a:ext cx="395123" cy="395123"/>
          </a:xfrm>
          <a:prstGeom prst="ellipse">
            <a:avLst/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186302" y="5864996"/>
            <a:ext cx="395123" cy="395123"/>
          </a:xfrm>
          <a:prstGeom prst="ellipse">
            <a:avLst/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10889597" y="5858219"/>
            <a:ext cx="676134" cy="381689"/>
            <a:chOff x="4468761" y="1799303"/>
            <a:chExt cx="914400" cy="51619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4" name="矩形 33"/>
            <p:cNvSpPr/>
            <p:nvPr/>
          </p:nvSpPr>
          <p:spPr>
            <a:xfrm>
              <a:off x="4468761" y="1799303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4468761" y="1999942"/>
              <a:ext cx="914400" cy="114917"/>
            </a:xfrm>
            <a:prstGeom prst="rect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4468761" y="2200580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6" name="矩形: 圆角 5"/>
          <p:cNvSpPr/>
          <p:nvPr/>
        </p:nvSpPr>
        <p:spPr>
          <a:xfrm>
            <a:off x="7295515" y="2291715"/>
            <a:ext cx="2985135" cy="753745"/>
          </a:xfrm>
          <a:prstGeom prst="roundRect">
            <a:avLst>
              <a:gd name="adj" fmla="val 50000"/>
            </a:avLst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dirty="0">
                <a:cs typeface="+mn-ea"/>
                <a:sym typeface="+mn-lt"/>
              </a:rPr>
              <a:t>PART 01</a:t>
            </a:r>
            <a:endParaRPr lang="zh-CN" altLang="en-US" sz="3200" b="1" dirty="0">
              <a:cs typeface="+mn-ea"/>
              <a:sym typeface="+mn-lt"/>
            </a:endParaRPr>
          </a:p>
        </p:txBody>
      </p:sp>
      <p:sp>
        <p:nvSpPr>
          <p:cNvPr id="10" name="Footer Text"/>
          <p:cNvSpPr txBox="1"/>
          <p:nvPr/>
        </p:nvSpPr>
        <p:spPr>
          <a:xfrm>
            <a:off x="6658610" y="3204845"/>
            <a:ext cx="4291965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800" b="1" dirty="0">
                <a:cs typeface="+mn-ea"/>
                <a:sym typeface="+mn-lt"/>
              </a:rPr>
              <a:t>选题背景与意义</a:t>
            </a:r>
            <a:endParaRPr lang="zh-CN" altLang="en-US" sz="4800" b="1" dirty="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 userDrawn="1"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>
            <a:off x="11379690" y="2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11859995" y="797633"/>
            <a:ext cx="216293" cy="1527440"/>
            <a:chOff x="11349438" y="764179"/>
            <a:chExt cx="216293" cy="1527440"/>
          </a:xfrm>
        </p:grpSpPr>
        <p:sp>
          <p:nvSpPr>
            <p:cNvPr id="9" name="等腰三角形 8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3" name="任意多边形: 形状 42"/>
          <p:cNvSpPr/>
          <p:nvPr userDrawn="1"/>
        </p:nvSpPr>
        <p:spPr>
          <a:xfrm rot="10800000">
            <a:off x="1" y="6209613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44" name="组合 43"/>
          <p:cNvGrpSpPr/>
          <p:nvPr userDrawn="1"/>
        </p:nvGrpSpPr>
        <p:grpSpPr>
          <a:xfrm rot="10800000">
            <a:off x="110007" y="4544081"/>
            <a:ext cx="216293" cy="1527440"/>
            <a:chOff x="11349438" y="764179"/>
            <a:chExt cx="216293" cy="1527440"/>
          </a:xfrm>
        </p:grpSpPr>
        <p:sp>
          <p:nvSpPr>
            <p:cNvPr id="45" name="等腰三角形 44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6" name="等腰三角形 45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" name="等腰三角形 47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9" name="等腰三角形 48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6" name="Freeform: Shape 14"/>
          <p:cNvSpPr/>
          <p:nvPr/>
        </p:nvSpPr>
        <p:spPr>
          <a:xfrm>
            <a:off x="5280459" y="2155530"/>
            <a:ext cx="310886" cy="325016"/>
          </a:xfrm>
          <a:custGeom>
            <a:avLst/>
            <a:gdLst>
              <a:gd name="connsiteX0" fmla="*/ 7691 w 376007"/>
              <a:gd name="connsiteY0" fmla="*/ 393526 h 393098"/>
              <a:gd name="connsiteX1" fmla="*/ 14528 w 376007"/>
              <a:gd name="connsiteY1" fmla="*/ 391817 h 393098"/>
              <a:gd name="connsiteX2" fmla="*/ 33328 w 376007"/>
              <a:gd name="connsiteY2" fmla="*/ 373016 h 393098"/>
              <a:gd name="connsiteX3" fmla="*/ 55547 w 376007"/>
              <a:gd name="connsiteY3" fmla="*/ 378144 h 393098"/>
              <a:gd name="connsiteX4" fmla="*/ 146130 w 376007"/>
              <a:gd name="connsiteY4" fmla="*/ 330288 h 393098"/>
              <a:gd name="connsiteX5" fmla="*/ 308497 w 376007"/>
              <a:gd name="connsiteY5" fmla="*/ 167921 h 393098"/>
              <a:gd name="connsiteX6" fmla="*/ 332425 w 376007"/>
              <a:gd name="connsiteY6" fmla="*/ 191849 h 393098"/>
              <a:gd name="connsiteX7" fmla="*/ 193986 w 376007"/>
              <a:gd name="connsiteY7" fmla="*/ 330288 h 393098"/>
              <a:gd name="connsiteX8" fmla="*/ 193986 w 376007"/>
              <a:gd name="connsiteY8" fmla="*/ 342252 h 393098"/>
              <a:gd name="connsiteX9" fmla="*/ 200822 w 376007"/>
              <a:gd name="connsiteY9" fmla="*/ 343961 h 393098"/>
              <a:gd name="connsiteX10" fmla="*/ 207659 w 376007"/>
              <a:gd name="connsiteY10" fmla="*/ 342252 h 393098"/>
              <a:gd name="connsiteX11" fmla="*/ 376862 w 376007"/>
              <a:gd name="connsiteY11" fmla="*/ 173049 h 393098"/>
              <a:gd name="connsiteX12" fmla="*/ 376862 w 376007"/>
              <a:gd name="connsiteY12" fmla="*/ 161085 h 393098"/>
              <a:gd name="connsiteX13" fmla="*/ 364898 w 376007"/>
              <a:gd name="connsiteY13" fmla="*/ 161085 h 393098"/>
              <a:gd name="connsiteX14" fmla="*/ 346098 w 376007"/>
              <a:gd name="connsiteY14" fmla="*/ 179885 h 393098"/>
              <a:gd name="connsiteX15" fmla="*/ 322170 w 376007"/>
              <a:gd name="connsiteY15" fmla="*/ 155958 h 393098"/>
              <a:gd name="connsiteX16" fmla="*/ 364898 w 376007"/>
              <a:gd name="connsiteY16" fmla="*/ 113230 h 393098"/>
              <a:gd name="connsiteX17" fmla="*/ 364898 w 376007"/>
              <a:gd name="connsiteY17" fmla="*/ 101265 h 393098"/>
              <a:gd name="connsiteX18" fmla="*/ 358062 w 376007"/>
              <a:gd name="connsiteY18" fmla="*/ 94429 h 393098"/>
              <a:gd name="connsiteX19" fmla="*/ 383699 w 376007"/>
              <a:gd name="connsiteY19" fmla="*/ 68792 h 393098"/>
              <a:gd name="connsiteX20" fmla="*/ 383699 w 376007"/>
              <a:gd name="connsiteY20" fmla="*/ 24355 h 393098"/>
              <a:gd name="connsiteX21" fmla="*/ 368317 w 376007"/>
              <a:gd name="connsiteY21" fmla="*/ 8973 h 393098"/>
              <a:gd name="connsiteX22" fmla="*/ 323879 w 376007"/>
              <a:gd name="connsiteY22" fmla="*/ 8973 h 393098"/>
              <a:gd name="connsiteX23" fmla="*/ 298242 w 376007"/>
              <a:gd name="connsiteY23" fmla="*/ 34610 h 393098"/>
              <a:gd name="connsiteX24" fmla="*/ 291406 w 376007"/>
              <a:gd name="connsiteY24" fmla="*/ 27773 h 393098"/>
              <a:gd name="connsiteX25" fmla="*/ 279442 w 376007"/>
              <a:gd name="connsiteY25" fmla="*/ 27773 h 393098"/>
              <a:gd name="connsiteX26" fmla="*/ 243550 w 376007"/>
              <a:gd name="connsiteY26" fmla="*/ 63665 h 393098"/>
              <a:gd name="connsiteX27" fmla="*/ 135875 w 376007"/>
              <a:gd name="connsiteY27" fmla="*/ 171340 h 393098"/>
              <a:gd name="connsiteX28" fmla="*/ 62383 w 376007"/>
              <a:gd name="connsiteY28" fmla="*/ 244832 h 393098"/>
              <a:gd name="connsiteX29" fmla="*/ 21364 w 376007"/>
              <a:gd name="connsiteY29" fmla="*/ 359343 h 393098"/>
              <a:gd name="connsiteX30" fmla="*/ 2564 w 376007"/>
              <a:gd name="connsiteY30" fmla="*/ 378144 h 393098"/>
              <a:gd name="connsiteX31" fmla="*/ 2564 w 376007"/>
              <a:gd name="connsiteY31" fmla="*/ 390108 h 393098"/>
              <a:gd name="connsiteX32" fmla="*/ 7691 w 376007"/>
              <a:gd name="connsiteY32" fmla="*/ 393526 h 393098"/>
              <a:gd name="connsiteX33" fmla="*/ 334134 w 376007"/>
              <a:gd name="connsiteY33" fmla="*/ 22646 h 393098"/>
              <a:gd name="connsiteX34" fmla="*/ 354643 w 376007"/>
              <a:gd name="connsiteY34" fmla="*/ 22646 h 393098"/>
              <a:gd name="connsiteX35" fmla="*/ 370026 w 376007"/>
              <a:gd name="connsiteY35" fmla="*/ 38028 h 393098"/>
              <a:gd name="connsiteX36" fmla="*/ 370026 w 376007"/>
              <a:gd name="connsiteY36" fmla="*/ 58537 h 393098"/>
              <a:gd name="connsiteX37" fmla="*/ 344389 w 376007"/>
              <a:gd name="connsiteY37" fmla="*/ 84174 h 393098"/>
              <a:gd name="connsiteX38" fmla="*/ 308497 w 376007"/>
              <a:gd name="connsiteY38" fmla="*/ 48283 h 393098"/>
              <a:gd name="connsiteX39" fmla="*/ 334134 w 376007"/>
              <a:gd name="connsiteY39" fmla="*/ 22646 h 393098"/>
              <a:gd name="connsiteX40" fmla="*/ 284569 w 376007"/>
              <a:gd name="connsiteY40" fmla="*/ 48283 h 393098"/>
              <a:gd name="connsiteX41" fmla="*/ 291406 w 376007"/>
              <a:gd name="connsiteY41" fmla="*/ 55119 h 393098"/>
              <a:gd name="connsiteX42" fmla="*/ 339261 w 376007"/>
              <a:gd name="connsiteY42" fmla="*/ 102975 h 393098"/>
              <a:gd name="connsiteX43" fmla="*/ 346098 w 376007"/>
              <a:gd name="connsiteY43" fmla="*/ 109811 h 393098"/>
              <a:gd name="connsiteX44" fmla="*/ 137585 w 376007"/>
              <a:gd name="connsiteY44" fmla="*/ 314906 h 393098"/>
              <a:gd name="connsiteX45" fmla="*/ 135875 w 376007"/>
              <a:gd name="connsiteY45" fmla="*/ 314906 h 393098"/>
              <a:gd name="connsiteX46" fmla="*/ 106820 w 376007"/>
              <a:gd name="connsiteY46" fmla="*/ 301233 h 393098"/>
              <a:gd name="connsiteX47" fmla="*/ 77765 w 376007"/>
              <a:gd name="connsiteY47" fmla="*/ 256796 h 393098"/>
              <a:gd name="connsiteX48" fmla="*/ 77765 w 376007"/>
              <a:gd name="connsiteY48" fmla="*/ 255087 h 393098"/>
              <a:gd name="connsiteX49" fmla="*/ 142712 w 376007"/>
              <a:gd name="connsiteY49" fmla="*/ 190140 h 393098"/>
              <a:gd name="connsiteX50" fmla="*/ 173476 w 376007"/>
              <a:gd name="connsiteY50" fmla="*/ 220904 h 393098"/>
              <a:gd name="connsiteX51" fmla="*/ 180313 w 376007"/>
              <a:gd name="connsiteY51" fmla="*/ 222613 h 393098"/>
              <a:gd name="connsiteX52" fmla="*/ 187149 w 376007"/>
              <a:gd name="connsiteY52" fmla="*/ 220904 h 393098"/>
              <a:gd name="connsiteX53" fmla="*/ 293115 w 376007"/>
              <a:gd name="connsiteY53" fmla="*/ 114939 h 393098"/>
              <a:gd name="connsiteX54" fmla="*/ 294824 w 376007"/>
              <a:gd name="connsiteY54" fmla="*/ 108102 h 393098"/>
              <a:gd name="connsiteX55" fmla="*/ 293115 w 376007"/>
              <a:gd name="connsiteY55" fmla="*/ 101265 h 393098"/>
              <a:gd name="connsiteX56" fmla="*/ 262351 w 376007"/>
              <a:gd name="connsiteY56" fmla="*/ 70501 h 393098"/>
              <a:gd name="connsiteX57" fmla="*/ 284569 w 376007"/>
              <a:gd name="connsiteY57" fmla="*/ 48283 h 393098"/>
              <a:gd name="connsiteX58" fmla="*/ 248678 w 376007"/>
              <a:gd name="connsiteY58" fmla="*/ 84174 h 393098"/>
              <a:gd name="connsiteX59" fmla="*/ 272605 w 376007"/>
              <a:gd name="connsiteY59" fmla="*/ 108102 h 393098"/>
              <a:gd name="connsiteX60" fmla="*/ 178604 w 376007"/>
              <a:gd name="connsiteY60" fmla="*/ 202104 h 393098"/>
              <a:gd name="connsiteX61" fmla="*/ 154676 w 376007"/>
              <a:gd name="connsiteY61" fmla="*/ 178176 h 393098"/>
              <a:gd name="connsiteX62" fmla="*/ 248678 w 376007"/>
              <a:gd name="connsiteY62" fmla="*/ 84174 h 393098"/>
              <a:gd name="connsiteX63" fmla="*/ 64092 w 376007"/>
              <a:gd name="connsiteY63" fmla="*/ 270469 h 393098"/>
              <a:gd name="connsiteX64" fmla="*/ 64092 w 376007"/>
              <a:gd name="connsiteY64" fmla="*/ 272178 h 393098"/>
              <a:gd name="connsiteX65" fmla="*/ 65801 w 376007"/>
              <a:gd name="connsiteY65" fmla="*/ 275596 h 393098"/>
              <a:gd name="connsiteX66" fmla="*/ 69220 w 376007"/>
              <a:gd name="connsiteY66" fmla="*/ 282433 h 393098"/>
              <a:gd name="connsiteX67" fmla="*/ 70929 w 376007"/>
              <a:gd name="connsiteY67" fmla="*/ 285851 h 393098"/>
              <a:gd name="connsiteX68" fmla="*/ 76056 w 376007"/>
              <a:gd name="connsiteY68" fmla="*/ 292688 h 393098"/>
              <a:gd name="connsiteX69" fmla="*/ 77765 w 376007"/>
              <a:gd name="connsiteY69" fmla="*/ 296106 h 393098"/>
              <a:gd name="connsiteX70" fmla="*/ 94856 w 376007"/>
              <a:gd name="connsiteY70" fmla="*/ 313197 h 393098"/>
              <a:gd name="connsiteX71" fmla="*/ 98275 w 376007"/>
              <a:gd name="connsiteY71" fmla="*/ 314906 h 393098"/>
              <a:gd name="connsiteX72" fmla="*/ 105111 w 376007"/>
              <a:gd name="connsiteY72" fmla="*/ 320033 h 393098"/>
              <a:gd name="connsiteX73" fmla="*/ 108529 w 376007"/>
              <a:gd name="connsiteY73" fmla="*/ 321743 h 393098"/>
              <a:gd name="connsiteX74" fmla="*/ 115366 w 376007"/>
              <a:gd name="connsiteY74" fmla="*/ 325161 h 393098"/>
              <a:gd name="connsiteX75" fmla="*/ 118784 w 376007"/>
              <a:gd name="connsiteY75" fmla="*/ 326870 h 393098"/>
              <a:gd name="connsiteX76" fmla="*/ 120493 w 376007"/>
              <a:gd name="connsiteY76" fmla="*/ 326870 h 393098"/>
              <a:gd name="connsiteX77" fmla="*/ 35037 w 376007"/>
              <a:gd name="connsiteY77" fmla="*/ 352507 h 393098"/>
              <a:gd name="connsiteX78" fmla="*/ 64092 w 376007"/>
              <a:gd name="connsiteY78" fmla="*/ 270469 h 393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376007" h="393098">
                <a:moveTo>
                  <a:pt x="7691" y="393526"/>
                </a:moveTo>
                <a:cubicBezTo>
                  <a:pt x="9400" y="393526"/>
                  <a:pt x="12818" y="393526"/>
                  <a:pt x="14528" y="391817"/>
                </a:cubicBezTo>
                <a:lnTo>
                  <a:pt x="33328" y="373016"/>
                </a:lnTo>
                <a:cubicBezTo>
                  <a:pt x="40164" y="376435"/>
                  <a:pt x="47001" y="378144"/>
                  <a:pt x="55547" y="378144"/>
                </a:cubicBezTo>
                <a:cubicBezTo>
                  <a:pt x="81183" y="378144"/>
                  <a:pt x="117075" y="361053"/>
                  <a:pt x="146130" y="330288"/>
                </a:cubicBezTo>
                <a:lnTo>
                  <a:pt x="308497" y="167921"/>
                </a:lnTo>
                <a:lnTo>
                  <a:pt x="332425" y="191849"/>
                </a:lnTo>
                <a:lnTo>
                  <a:pt x="193986" y="330288"/>
                </a:lnTo>
                <a:cubicBezTo>
                  <a:pt x="190567" y="333706"/>
                  <a:pt x="190567" y="338834"/>
                  <a:pt x="193986" y="342252"/>
                </a:cubicBezTo>
                <a:cubicBezTo>
                  <a:pt x="195695" y="343961"/>
                  <a:pt x="197404" y="343961"/>
                  <a:pt x="200822" y="343961"/>
                </a:cubicBezTo>
                <a:cubicBezTo>
                  <a:pt x="204240" y="343961"/>
                  <a:pt x="205950" y="343961"/>
                  <a:pt x="207659" y="342252"/>
                </a:cubicBezTo>
                <a:lnTo>
                  <a:pt x="376862" y="173049"/>
                </a:lnTo>
                <a:cubicBezTo>
                  <a:pt x="380280" y="169630"/>
                  <a:pt x="380280" y="164503"/>
                  <a:pt x="376862" y="161085"/>
                </a:cubicBezTo>
                <a:cubicBezTo>
                  <a:pt x="373444" y="157667"/>
                  <a:pt x="368317" y="157667"/>
                  <a:pt x="364898" y="161085"/>
                </a:cubicBezTo>
                <a:lnTo>
                  <a:pt x="346098" y="179885"/>
                </a:lnTo>
                <a:lnTo>
                  <a:pt x="322170" y="155958"/>
                </a:lnTo>
                <a:lnTo>
                  <a:pt x="364898" y="113230"/>
                </a:lnTo>
                <a:cubicBezTo>
                  <a:pt x="368317" y="109811"/>
                  <a:pt x="368317" y="104684"/>
                  <a:pt x="364898" y="101265"/>
                </a:cubicBezTo>
                <a:lnTo>
                  <a:pt x="358062" y="94429"/>
                </a:lnTo>
                <a:lnTo>
                  <a:pt x="383699" y="68792"/>
                </a:lnTo>
                <a:cubicBezTo>
                  <a:pt x="395663" y="56828"/>
                  <a:pt x="395663" y="36319"/>
                  <a:pt x="383699" y="24355"/>
                </a:cubicBezTo>
                <a:lnTo>
                  <a:pt x="368317" y="8973"/>
                </a:lnTo>
                <a:cubicBezTo>
                  <a:pt x="356353" y="-2991"/>
                  <a:pt x="335843" y="-2991"/>
                  <a:pt x="323879" y="8973"/>
                </a:cubicBezTo>
                <a:lnTo>
                  <a:pt x="298242" y="34610"/>
                </a:lnTo>
                <a:lnTo>
                  <a:pt x="291406" y="27773"/>
                </a:lnTo>
                <a:cubicBezTo>
                  <a:pt x="287988" y="24355"/>
                  <a:pt x="282860" y="24355"/>
                  <a:pt x="279442" y="27773"/>
                </a:cubicBezTo>
                <a:lnTo>
                  <a:pt x="243550" y="63665"/>
                </a:lnTo>
                <a:lnTo>
                  <a:pt x="135875" y="171340"/>
                </a:lnTo>
                <a:lnTo>
                  <a:pt x="62383" y="244832"/>
                </a:lnTo>
                <a:cubicBezTo>
                  <a:pt x="21364" y="285851"/>
                  <a:pt x="5982" y="331997"/>
                  <a:pt x="21364" y="359343"/>
                </a:cubicBezTo>
                <a:lnTo>
                  <a:pt x="2564" y="378144"/>
                </a:lnTo>
                <a:cubicBezTo>
                  <a:pt x="-855" y="381562"/>
                  <a:pt x="-855" y="386689"/>
                  <a:pt x="2564" y="390108"/>
                </a:cubicBezTo>
                <a:cubicBezTo>
                  <a:pt x="2564" y="393526"/>
                  <a:pt x="5982" y="393526"/>
                  <a:pt x="7691" y="393526"/>
                </a:cubicBezTo>
                <a:close/>
                <a:moveTo>
                  <a:pt x="334134" y="22646"/>
                </a:moveTo>
                <a:cubicBezTo>
                  <a:pt x="339261" y="17518"/>
                  <a:pt x="349516" y="17518"/>
                  <a:pt x="354643" y="22646"/>
                </a:cubicBezTo>
                <a:lnTo>
                  <a:pt x="370026" y="38028"/>
                </a:lnTo>
                <a:cubicBezTo>
                  <a:pt x="375153" y="43155"/>
                  <a:pt x="375153" y="53410"/>
                  <a:pt x="370026" y="58537"/>
                </a:cubicBezTo>
                <a:lnTo>
                  <a:pt x="344389" y="84174"/>
                </a:lnTo>
                <a:lnTo>
                  <a:pt x="308497" y="48283"/>
                </a:lnTo>
                <a:lnTo>
                  <a:pt x="334134" y="22646"/>
                </a:lnTo>
                <a:close/>
                <a:moveTo>
                  <a:pt x="284569" y="48283"/>
                </a:moveTo>
                <a:lnTo>
                  <a:pt x="291406" y="55119"/>
                </a:lnTo>
                <a:lnTo>
                  <a:pt x="339261" y="102975"/>
                </a:lnTo>
                <a:lnTo>
                  <a:pt x="346098" y="109811"/>
                </a:lnTo>
                <a:lnTo>
                  <a:pt x="137585" y="314906"/>
                </a:lnTo>
                <a:lnTo>
                  <a:pt x="135875" y="314906"/>
                </a:lnTo>
                <a:cubicBezTo>
                  <a:pt x="125621" y="313197"/>
                  <a:pt x="115366" y="308070"/>
                  <a:pt x="106820" y="301233"/>
                </a:cubicBezTo>
                <a:cubicBezTo>
                  <a:pt x="93147" y="290978"/>
                  <a:pt x="82893" y="275596"/>
                  <a:pt x="77765" y="256796"/>
                </a:cubicBezTo>
                <a:lnTo>
                  <a:pt x="77765" y="255087"/>
                </a:lnTo>
                <a:lnTo>
                  <a:pt x="142712" y="190140"/>
                </a:lnTo>
                <a:lnTo>
                  <a:pt x="173476" y="220904"/>
                </a:lnTo>
                <a:cubicBezTo>
                  <a:pt x="175185" y="222613"/>
                  <a:pt x="176894" y="222613"/>
                  <a:pt x="180313" y="222613"/>
                </a:cubicBezTo>
                <a:cubicBezTo>
                  <a:pt x="183731" y="222613"/>
                  <a:pt x="185440" y="220904"/>
                  <a:pt x="187149" y="220904"/>
                </a:cubicBezTo>
                <a:lnTo>
                  <a:pt x="293115" y="114939"/>
                </a:lnTo>
                <a:cubicBezTo>
                  <a:pt x="294824" y="113230"/>
                  <a:pt x="294824" y="111520"/>
                  <a:pt x="294824" y="108102"/>
                </a:cubicBezTo>
                <a:cubicBezTo>
                  <a:pt x="294824" y="104684"/>
                  <a:pt x="293115" y="102975"/>
                  <a:pt x="293115" y="101265"/>
                </a:cubicBezTo>
                <a:lnTo>
                  <a:pt x="262351" y="70501"/>
                </a:lnTo>
                <a:lnTo>
                  <a:pt x="284569" y="48283"/>
                </a:lnTo>
                <a:close/>
                <a:moveTo>
                  <a:pt x="248678" y="84174"/>
                </a:moveTo>
                <a:lnTo>
                  <a:pt x="272605" y="108102"/>
                </a:lnTo>
                <a:lnTo>
                  <a:pt x="178604" y="202104"/>
                </a:lnTo>
                <a:lnTo>
                  <a:pt x="154676" y="178176"/>
                </a:lnTo>
                <a:lnTo>
                  <a:pt x="248678" y="84174"/>
                </a:lnTo>
                <a:close/>
                <a:moveTo>
                  <a:pt x="64092" y="270469"/>
                </a:moveTo>
                <a:cubicBezTo>
                  <a:pt x="64092" y="270469"/>
                  <a:pt x="64092" y="272178"/>
                  <a:pt x="64092" y="272178"/>
                </a:cubicBezTo>
                <a:cubicBezTo>
                  <a:pt x="64092" y="273887"/>
                  <a:pt x="65801" y="275596"/>
                  <a:pt x="65801" y="275596"/>
                </a:cubicBezTo>
                <a:cubicBezTo>
                  <a:pt x="67510" y="277305"/>
                  <a:pt x="67510" y="280724"/>
                  <a:pt x="69220" y="282433"/>
                </a:cubicBezTo>
                <a:cubicBezTo>
                  <a:pt x="69220" y="284142"/>
                  <a:pt x="70929" y="285851"/>
                  <a:pt x="70929" y="285851"/>
                </a:cubicBezTo>
                <a:cubicBezTo>
                  <a:pt x="72638" y="287560"/>
                  <a:pt x="74347" y="290978"/>
                  <a:pt x="76056" y="292688"/>
                </a:cubicBezTo>
                <a:cubicBezTo>
                  <a:pt x="76056" y="294397"/>
                  <a:pt x="77765" y="294397"/>
                  <a:pt x="77765" y="296106"/>
                </a:cubicBezTo>
                <a:cubicBezTo>
                  <a:pt x="82893" y="302942"/>
                  <a:pt x="88020" y="308070"/>
                  <a:pt x="94856" y="313197"/>
                </a:cubicBezTo>
                <a:cubicBezTo>
                  <a:pt x="96566" y="313197"/>
                  <a:pt x="96566" y="314906"/>
                  <a:pt x="98275" y="314906"/>
                </a:cubicBezTo>
                <a:cubicBezTo>
                  <a:pt x="99984" y="316615"/>
                  <a:pt x="103402" y="318324"/>
                  <a:pt x="105111" y="320033"/>
                </a:cubicBezTo>
                <a:cubicBezTo>
                  <a:pt x="106820" y="320033"/>
                  <a:pt x="108529" y="321743"/>
                  <a:pt x="108529" y="321743"/>
                </a:cubicBezTo>
                <a:cubicBezTo>
                  <a:pt x="110239" y="323452"/>
                  <a:pt x="113657" y="323452"/>
                  <a:pt x="115366" y="325161"/>
                </a:cubicBezTo>
                <a:cubicBezTo>
                  <a:pt x="117075" y="325161"/>
                  <a:pt x="118784" y="326870"/>
                  <a:pt x="118784" y="326870"/>
                </a:cubicBezTo>
                <a:cubicBezTo>
                  <a:pt x="118784" y="326870"/>
                  <a:pt x="120493" y="326870"/>
                  <a:pt x="120493" y="326870"/>
                </a:cubicBezTo>
                <a:cubicBezTo>
                  <a:pt x="84602" y="357634"/>
                  <a:pt x="48710" y="366180"/>
                  <a:pt x="35037" y="352507"/>
                </a:cubicBezTo>
                <a:cubicBezTo>
                  <a:pt x="24782" y="342252"/>
                  <a:pt x="33328" y="304651"/>
                  <a:pt x="64092" y="270469"/>
                </a:cubicBezTo>
                <a:close/>
              </a:path>
            </a:pathLst>
          </a:custGeom>
          <a:solidFill>
            <a:schemeClr val="accent1"/>
          </a:solidFill>
          <a:ln w="17082" cap="flat">
            <a:noFill/>
            <a:prstDash val="solid"/>
            <a:miter/>
          </a:ln>
        </p:spPr>
        <p:txBody>
          <a:bodyPr rtlCol="0" anchor="ctr"/>
          <a:lstStyle/>
          <a:p>
            <a:endParaRPr lang="en-ID">
              <a:cs typeface="+mn-ea"/>
              <a:sym typeface="+mn-lt"/>
            </a:endParaRPr>
          </a:p>
        </p:txBody>
      </p:sp>
      <p:sp>
        <p:nvSpPr>
          <p:cNvPr id="4" name="Freeform: Shape 15"/>
          <p:cNvSpPr/>
          <p:nvPr/>
        </p:nvSpPr>
        <p:spPr>
          <a:xfrm>
            <a:off x="7408783" y="2155958"/>
            <a:ext cx="296753" cy="325016"/>
          </a:xfrm>
          <a:custGeom>
            <a:avLst/>
            <a:gdLst>
              <a:gd name="connsiteX0" fmla="*/ 274315 w 358916"/>
              <a:gd name="connsiteY0" fmla="*/ 0 h 393098"/>
              <a:gd name="connsiteX1" fmla="*/ 207659 w 358916"/>
              <a:gd name="connsiteY1" fmla="*/ 27346 h 393098"/>
              <a:gd name="connsiteX2" fmla="*/ 2564 w 358916"/>
              <a:gd name="connsiteY2" fmla="*/ 234150 h 393098"/>
              <a:gd name="connsiteX3" fmla="*/ 2564 w 358916"/>
              <a:gd name="connsiteY3" fmla="*/ 246114 h 393098"/>
              <a:gd name="connsiteX4" fmla="*/ 14528 w 358916"/>
              <a:gd name="connsiteY4" fmla="*/ 246114 h 393098"/>
              <a:gd name="connsiteX5" fmla="*/ 219623 w 358916"/>
              <a:gd name="connsiteY5" fmla="*/ 39310 h 393098"/>
              <a:gd name="connsiteX6" fmla="*/ 274315 w 358916"/>
              <a:gd name="connsiteY6" fmla="*/ 17091 h 393098"/>
              <a:gd name="connsiteX7" fmla="*/ 329007 w 358916"/>
              <a:gd name="connsiteY7" fmla="*/ 39310 h 393098"/>
              <a:gd name="connsiteX8" fmla="*/ 351225 w 358916"/>
              <a:gd name="connsiteY8" fmla="*/ 94002 h 393098"/>
              <a:gd name="connsiteX9" fmla="*/ 329007 w 358916"/>
              <a:gd name="connsiteY9" fmla="*/ 148694 h 393098"/>
              <a:gd name="connsiteX10" fmla="*/ 117075 w 358916"/>
              <a:gd name="connsiteY10" fmla="*/ 360625 h 393098"/>
              <a:gd name="connsiteX11" fmla="*/ 45292 w 358916"/>
              <a:gd name="connsiteY11" fmla="*/ 360625 h 393098"/>
              <a:gd name="connsiteX12" fmla="*/ 45292 w 358916"/>
              <a:gd name="connsiteY12" fmla="*/ 288842 h 393098"/>
              <a:gd name="connsiteX13" fmla="*/ 221332 w 358916"/>
              <a:gd name="connsiteY13" fmla="*/ 112802 h 393098"/>
              <a:gd name="connsiteX14" fmla="*/ 257223 w 358916"/>
              <a:gd name="connsiteY14" fmla="*/ 112802 h 393098"/>
              <a:gd name="connsiteX15" fmla="*/ 257223 w 358916"/>
              <a:gd name="connsiteY15" fmla="*/ 148694 h 393098"/>
              <a:gd name="connsiteX16" fmla="*/ 171767 w 358916"/>
              <a:gd name="connsiteY16" fmla="*/ 232441 h 393098"/>
              <a:gd name="connsiteX17" fmla="*/ 171767 w 358916"/>
              <a:gd name="connsiteY17" fmla="*/ 244405 h 393098"/>
              <a:gd name="connsiteX18" fmla="*/ 178604 w 358916"/>
              <a:gd name="connsiteY18" fmla="*/ 246114 h 393098"/>
              <a:gd name="connsiteX19" fmla="*/ 185440 w 358916"/>
              <a:gd name="connsiteY19" fmla="*/ 244405 h 393098"/>
              <a:gd name="connsiteX20" fmla="*/ 270896 w 358916"/>
              <a:gd name="connsiteY20" fmla="*/ 160658 h 393098"/>
              <a:gd name="connsiteX21" fmla="*/ 270896 w 358916"/>
              <a:gd name="connsiteY21" fmla="*/ 100838 h 393098"/>
              <a:gd name="connsiteX22" fmla="*/ 211077 w 358916"/>
              <a:gd name="connsiteY22" fmla="*/ 100838 h 393098"/>
              <a:gd name="connsiteX23" fmla="*/ 35037 w 358916"/>
              <a:gd name="connsiteY23" fmla="*/ 276878 h 393098"/>
              <a:gd name="connsiteX24" fmla="*/ 35037 w 358916"/>
              <a:gd name="connsiteY24" fmla="*/ 374298 h 393098"/>
              <a:gd name="connsiteX25" fmla="*/ 82893 w 358916"/>
              <a:gd name="connsiteY25" fmla="*/ 394808 h 393098"/>
              <a:gd name="connsiteX26" fmla="*/ 130748 w 358916"/>
              <a:gd name="connsiteY26" fmla="*/ 374298 h 393098"/>
              <a:gd name="connsiteX27" fmla="*/ 342680 w 358916"/>
              <a:gd name="connsiteY27" fmla="*/ 162367 h 393098"/>
              <a:gd name="connsiteX28" fmla="*/ 370026 w 358916"/>
              <a:gd name="connsiteY28" fmla="*/ 95711 h 393098"/>
              <a:gd name="connsiteX29" fmla="*/ 342680 w 358916"/>
              <a:gd name="connsiteY29" fmla="*/ 29055 h 393098"/>
              <a:gd name="connsiteX30" fmla="*/ 274315 w 358916"/>
              <a:gd name="connsiteY30" fmla="*/ 0 h 393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58916" h="393098">
                <a:moveTo>
                  <a:pt x="274315" y="0"/>
                </a:moveTo>
                <a:cubicBezTo>
                  <a:pt x="248678" y="0"/>
                  <a:pt x="224750" y="10255"/>
                  <a:pt x="207659" y="27346"/>
                </a:cubicBezTo>
                <a:lnTo>
                  <a:pt x="2564" y="234150"/>
                </a:lnTo>
                <a:cubicBezTo>
                  <a:pt x="-855" y="237568"/>
                  <a:pt x="-855" y="242696"/>
                  <a:pt x="2564" y="246114"/>
                </a:cubicBezTo>
                <a:cubicBezTo>
                  <a:pt x="5982" y="249532"/>
                  <a:pt x="11109" y="249532"/>
                  <a:pt x="14528" y="246114"/>
                </a:cubicBezTo>
                <a:lnTo>
                  <a:pt x="219623" y="39310"/>
                </a:lnTo>
                <a:cubicBezTo>
                  <a:pt x="233296" y="23928"/>
                  <a:pt x="253805" y="17091"/>
                  <a:pt x="274315" y="17091"/>
                </a:cubicBezTo>
                <a:cubicBezTo>
                  <a:pt x="294824" y="17091"/>
                  <a:pt x="313624" y="25637"/>
                  <a:pt x="329007" y="39310"/>
                </a:cubicBezTo>
                <a:cubicBezTo>
                  <a:pt x="344389" y="54692"/>
                  <a:pt x="351225" y="73492"/>
                  <a:pt x="351225" y="94002"/>
                </a:cubicBezTo>
                <a:cubicBezTo>
                  <a:pt x="351225" y="114511"/>
                  <a:pt x="342680" y="133312"/>
                  <a:pt x="329007" y="148694"/>
                </a:cubicBezTo>
                <a:lnTo>
                  <a:pt x="117075" y="360625"/>
                </a:lnTo>
                <a:cubicBezTo>
                  <a:pt x="96566" y="381135"/>
                  <a:pt x="64092" y="381135"/>
                  <a:pt x="45292" y="360625"/>
                </a:cubicBezTo>
                <a:cubicBezTo>
                  <a:pt x="24782" y="340116"/>
                  <a:pt x="24782" y="307642"/>
                  <a:pt x="45292" y="288842"/>
                </a:cubicBezTo>
                <a:lnTo>
                  <a:pt x="221332" y="112802"/>
                </a:lnTo>
                <a:cubicBezTo>
                  <a:pt x="231587" y="102547"/>
                  <a:pt x="248678" y="102547"/>
                  <a:pt x="257223" y="112802"/>
                </a:cubicBezTo>
                <a:cubicBezTo>
                  <a:pt x="267478" y="123057"/>
                  <a:pt x="267478" y="138439"/>
                  <a:pt x="257223" y="148694"/>
                </a:cubicBezTo>
                <a:lnTo>
                  <a:pt x="171767" y="232441"/>
                </a:lnTo>
                <a:cubicBezTo>
                  <a:pt x="168349" y="235859"/>
                  <a:pt x="168349" y="240987"/>
                  <a:pt x="171767" y="244405"/>
                </a:cubicBezTo>
                <a:cubicBezTo>
                  <a:pt x="173476" y="246114"/>
                  <a:pt x="175185" y="246114"/>
                  <a:pt x="178604" y="246114"/>
                </a:cubicBezTo>
                <a:cubicBezTo>
                  <a:pt x="182022" y="246114"/>
                  <a:pt x="183731" y="246114"/>
                  <a:pt x="185440" y="244405"/>
                </a:cubicBezTo>
                <a:lnTo>
                  <a:pt x="270896" y="160658"/>
                </a:lnTo>
                <a:cubicBezTo>
                  <a:pt x="287987" y="143566"/>
                  <a:pt x="287987" y="116221"/>
                  <a:pt x="270896" y="100838"/>
                </a:cubicBezTo>
                <a:cubicBezTo>
                  <a:pt x="255514" y="85456"/>
                  <a:pt x="226459" y="85456"/>
                  <a:pt x="211077" y="100838"/>
                </a:cubicBezTo>
                <a:lnTo>
                  <a:pt x="35037" y="276878"/>
                </a:lnTo>
                <a:cubicBezTo>
                  <a:pt x="7691" y="304224"/>
                  <a:pt x="7691" y="346952"/>
                  <a:pt x="35037" y="374298"/>
                </a:cubicBezTo>
                <a:cubicBezTo>
                  <a:pt x="48710" y="387971"/>
                  <a:pt x="65801" y="394808"/>
                  <a:pt x="82893" y="394808"/>
                </a:cubicBezTo>
                <a:cubicBezTo>
                  <a:pt x="99984" y="394808"/>
                  <a:pt x="117075" y="387971"/>
                  <a:pt x="130748" y="374298"/>
                </a:cubicBezTo>
                <a:lnTo>
                  <a:pt x="342680" y="162367"/>
                </a:lnTo>
                <a:cubicBezTo>
                  <a:pt x="359771" y="145276"/>
                  <a:pt x="370026" y="121348"/>
                  <a:pt x="370026" y="95711"/>
                </a:cubicBezTo>
                <a:cubicBezTo>
                  <a:pt x="370026" y="70074"/>
                  <a:pt x="359771" y="46146"/>
                  <a:pt x="342680" y="29055"/>
                </a:cubicBezTo>
                <a:cubicBezTo>
                  <a:pt x="323879" y="10255"/>
                  <a:pt x="299952" y="0"/>
                  <a:pt x="274315" y="0"/>
                </a:cubicBezTo>
                <a:close/>
              </a:path>
            </a:pathLst>
          </a:custGeom>
          <a:solidFill>
            <a:schemeClr val="accent1"/>
          </a:solidFill>
          <a:ln w="17082" cap="flat">
            <a:noFill/>
            <a:prstDash val="solid"/>
            <a:miter/>
          </a:ln>
        </p:spPr>
        <p:txBody>
          <a:bodyPr rtlCol="0" anchor="ctr"/>
          <a:lstStyle/>
          <a:p>
            <a:endParaRPr lang="en-ID">
              <a:cs typeface="+mn-ea"/>
              <a:sym typeface="+mn-lt"/>
            </a:endParaRPr>
          </a:p>
        </p:txBody>
      </p:sp>
      <p:sp>
        <p:nvSpPr>
          <p:cNvPr id="8" name="Freeform: Shape 16"/>
          <p:cNvSpPr/>
          <p:nvPr/>
        </p:nvSpPr>
        <p:spPr>
          <a:xfrm>
            <a:off x="9545714" y="2155863"/>
            <a:ext cx="310886" cy="325016"/>
          </a:xfrm>
          <a:custGeom>
            <a:avLst/>
            <a:gdLst>
              <a:gd name="connsiteX0" fmla="*/ 1709 w 376007"/>
              <a:gd name="connsiteY0" fmla="*/ 391484 h 393098"/>
              <a:gd name="connsiteX1" fmla="*/ 8546 w 376007"/>
              <a:gd name="connsiteY1" fmla="*/ 393194 h 393098"/>
              <a:gd name="connsiteX2" fmla="*/ 11964 w 376007"/>
              <a:gd name="connsiteY2" fmla="*/ 393194 h 393098"/>
              <a:gd name="connsiteX3" fmla="*/ 126475 w 376007"/>
              <a:gd name="connsiteY3" fmla="*/ 350465 h 393098"/>
              <a:gd name="connsiteX4" fmla="*/ 157240 w 376007"/>
              <a:gd name="connsiteY4" fmla="*/ 367557 h 393098"/>
              <a:gd name="connsiteX5" fmla="*/ 179458 w 376007"/>
              <a:gd name="connsiteY5" fmla="*/ 372684 h 393098"/>
              <a:gd name="connsiteX6" fmla="*/ 206804 w 376007"/>
              <a:gd name="connsiteY6" fmla="*/ 365847 h 393098"/>
              <a:gd name="connsiteX7" fmla="*/ 234150 w 376007"/>
              <a:gd name="connsiteY7" fmla="*/ 323119 h 393098"/>
              <a:gd name="connsiteX8" fmla="*/ 225605 w 376007"/>
              <a:gd name="connsiteY8" fmla="*/ 270137 h 393098"/>
              <a:gd name="connsiteX9" fmla="*/ 299097 w 376007"/>
              <a:gd name="connsiteY9" fmla="*/ 196644 h 393098"/>
              <a:gd name="connsiteX10" fmla="*/ 309352 w 376007"/>
              <a:gd name="connsiteY10" fmla="*/ 198353 h 393098"/>
              <a:gd name="connsiteX11" fmla="*/ 321315 w 376007"/>
              <a:gd name="connsiteY11" fmla="*/ 198353 h 393098"/>
              <a:gd name="connsiteX12" fmla="*/ 384553 w 376007"/>
              <a:gd name="connsiteY12" fmla="*/ 171007 h 393098"/>
              <a:gd name="connsiteX13" fmla="*/ 386262 w 376007"/>
              <a:gd name="connsiteY13" fmla="*/ 169298 h 393098"/>
              <a:gd name="connsiteX14" fmla="*/ 387972 w 376007"/>
              <a:gd name="connsiteY14" fmla="*/ 167589 h 393098"/>
              <a:gd name="connsiteX15" fmla="*/ 387972 w 376007"/>
              <a:gd name="connsiteY15" fmla="*/ 167589 h 393098"/>
              <a:gd name="connsiteX16" fmla="*/ 333279 w 376007"/>
              <a:gd name="connsiteY16" fmla="*/ 59914 h 393098"/>
              <a:gd name="connsiteX17" fmla="*/ 225605 w 376007"/>
              <a:gd name="connsiteY17" fmla="*/ 5222 h 393098"/>
              <a:gd name="connsiteX18" fmla="*/ 199968 w 376007"/>
              <a:gd name="connsiteY18" fmla="*/ 92388 h 393098"/>
              <a:gd name="connsiteX19" fmla="*/ 124766 w 376007"/>
              <a:gd name="connsiteY19" fmla="*/ 167589 h 393098"/>
              <a:gd name="connsiteX20" fmla="*/ 70074 w 376007"/>
              <a:gd name="connsiteY20" fmla="*/ 159044 h 393098"/>
              <a:gd name="connsiteX21" fmla="*/ 27346 w 376007"/>
              <a:gd name="connsiteY21" fmla="*/ 186389 h 393098"/>
              <a:gd name="connsiteX22" fmla="*/ 25637 w 376007"/>
              <a:gd name="connsiteY22" fmla="*/ 237663 h 393098"/>
              <a:gd name="connsiteX23" fmla="*/ 42728 w 376007"/>
              <a:gd name="connsiteY23" fmla="*/ 268427 h 393098"/>
              <a:gd name="connsiteX24" fmla="*/ 0 w 376007"/>
              <a:gd name="connsiteY24" fmla="*/ 382939 h 393098"/>
              <a:gd name="connsiteX25" fmla="*/ 1709 w 376007"/>
              <a:gd name="connsiteY25" fmla="*/ 391484 h 393098"/>
              <a:gd name="connsiteX26" fmla="*/ 321315 w 376007"/>
              <a:gd name="connsiteY26" fmla="*/ 71878 h 393098"/>
              <a:gd name="connsiteX27" fmla="*/ 376008 w 376007"/>
              <a:gd name="connsiteY27" fmla="*/ 153916 h 393098"/>
              <a:gd name="connsiteX28" fmla="*/ 358916 w 376007"/>
              <a:gd name="connsiteY28" fmla="*/ 148789 h 393098"/>
              <a:gd name="connsiteX29" fmla="*/ 357207 w 376007"/>
              <a:gd name="connsiteY29" fmla="*/ 148789 h 393098"/>
              <a:gd name="connsiteX30" fmla="*/ 348661 w 376007"/>
              <a:gd name="connsiteY30" fmla="*/ 143661 h 393098"/>
              <a:gd name="connsiteX31" fmla="*/ 345244 w 376007"/>
              <a:gd name="connsiteY31" fmla="*/ 141952 h 393098"/>
              <a:gd name="connsiteX32" fmla="*/ 336698 w 376007"/>
              <a:gd name="connsiteY32" fmla="*/ 136825 h 393098"/>
              <a:gd name="connsiteX33" fmla="*/ 331570 w 376007"/>
              <a:gd name="connsiteY33" fmla="*/ 133407 h 393098"/>
              <a:gd name="connsiteX34" fmla="*/ 323025 w 376007"/>
              <a:gd name="connsiteY34" fmla="*/ 126570 h 393098"/>
              <a:gd name="connsiteX35" fmla="*/ 314479 w 376007"/>
              <a:gd name="connsiteY35" fmla="*/ 119734 h 393098"/>
              <a:gd name="connsiteX36" fmla="*/ 307643 w 376007"/>
              <a:gd name="connsiteY36" fmla="*/ 114606 h 393098"/>
              <a:gd name="connsiteX37" fmla="*/ 292261 w 376007"/>
              <a:gd name="connsiteY37" fmla="*/ 99224 h 393098"/>
              <a:gd name="connsiteX38" fmla="*/ 276879 w 376007"/>
              <a:gd name="connsiteY38" fmla="*/ 82133 h 393098"/>
              <a:gd name="connsiteX39" fmla="*/ 237568 w 376007"/>
              <a:gd name="connsiteY39" fmla="*/ 15477 h 393098"/>
              <a:gd name="connsiteX40" fmla="*/ 239278 w 376007"/>
              <a:gd name="connsiteY40" fmla="*/ 15477 h 393098"/>
              <a:gd name="connsiteX41" fmla="*/ 321315 w 376007"/>
              <a:gd name="connsiteY41" fmla="*/ 71878 h 393098"/>
              <a:gd name="connsiteX42" fmla="*/ 223896 w 376007"/>
              <a:gd name="connsiteY42" fmla="*/ 35987 h 393098"/>
              <a:gd name="connsiteX43" fmla="*/ 223896 w 376007"/>
              <a:gd name="connsiteY43" fmla="*/ 35987 h 393098"/>
              <a:gd name="connsiteX44" fmla="*/ 225605 w 376007"/>
              <a:gd name="connsiteY44" fmla="*/ 41114 h 393098"/>
              <a:gd name="connsiteX45" fmla="*/ 227313 w 376007"/>
              <a:gd name="connsiteY45" fmla="*/ 44532 h 393098"/>
              <a:gd name="connsiteX46" fmla="*/ 232441 w 376007"/>
              <a:gd name="connsiteY46" fmla="*/ 53078 h 393098"/>
              <a:gd name="connsiteX47" fmla="*/ 280296 w 376007"/>
              <a:gd name="connsiteY47" fmla="*/ 114606 h 393098"/>
              <a:gd name="connsiteX48" fmla="*/ 302515 w 376007"/>
              <a:gd name="connsiteY48" fmla="*/ 135116 h 393098"/>
              <a:gd name="connsiteX49" fmla="*/ 302515 w 376007"/>
              <a:gd name="connsiteY49" fmla="*/ 135116 h 393098"/>
              <a:gd name="connsiteX50" fmla="*/ 312770 w 376007"/>
              <a:gd name="connsiteY50" fmla="*/ 143661 h 393098"/>
              <a:gd name="connsiteX51" fmla="*/ 316188 w 376007"/>
              <a:gd name="connsiteY51" fmla="*/ 147080 h 393098"/>
              <a:gd name="connsiteX52" fmla="*/ 323025 w 376007"/>
              <a:gd name="connsiteY52" fmla="*/ 152207 h 393098"/>
              <a:gd name="connsiteX53" fmla="*/ 328152 w 376007"/>
              <a:gd name="connsiteY53" fmla="*/ 155625 h 393098"/>
              <a:gd name="connsiteX54" fmla="*/ 331570 w 376007"/>
              <a:gd name="connsiteY54" fmla="*/ 157334 h 393098"/>
              <a:gd name="connsiteX55" fmla="*/ 355498 w 376007"/>
              <a:gd name="connsiteY55" fmla="*/ 171007 h 393098"/>
              <a:gd name="connsiteX56" fmla="*/ 357207 w 376007"/>
              <a:gd name="connsiteY56" fmla="*/ 171007 h 393098"/>
              <a:gd name="connsiteX57" fmla="*/ 311061 w 376007"/>
              <a:gd name="connsiteY57" fmla="*/ 181262 h 393098"/>
              <a:gd name="connsiteX58" fmla="*/ 297388 w 376007"/>
              <a:gd name="connsiteY58" fmla="*/ 177844 h 393098"/>
              <a:gd name="connsiteX59" fmla="*/ 290551 w 376007"/>
              <a:gd name="connsiteY59" fmla="*/ 174426 h 393098"/>
              <a:gd name="connsiteX60" fmla="*/ 282006 w 376007"/>
              <a:gd name="connsiteY60" fmla="*/ 171007 h 393098"/>
              <a:gd name="connsiteX61" fmla="*/ 275169 w 376007"/>
              <a:gd name="connsiteY61" fmla="*/ 167589 h 393098"/>
              <a:gd name="connsiteX62" fmla="*/ 264914 w 376007"/>
              <a:gd name="connsiteY62" fmla="*/ 160753 h 393098"/>
              <a:gd name="connsiteX63" fmla="*/ 259787 w 376007"/>
              <a:gd name="connsiteY63" fmla="*/ 157334 h 393098"/>
              <a:gd name="connsiteX64" fmla="*/ 246114 w 376007"/>
              <a:gd name="connsiteY64" fmla="*/ 145370 h 393098"/>
              <a:gd name="connsiteX65" fmla="*/ 235859 w 376007"/>
              <a:gd name="connsiteY65" fmla="*/ 133407 h 393098"/>
              <a:gd name="connsiteX66" fmla="*/ 215350 w 376007"/>
              <a:gd name="connsiteY66" fmla="*/ 92388 h 393098"/>
              <a:gd name="connsiteX67" fmla="*/ 215350 w 376007"/>
              <a:gd name="connsiteY67" fmla="*/ 92388 h 393098"/>
              <a:gd name="connsiteX68" fmla="*/ 223896 w 376007"/>
              <a:gd name="connsiteY68" fmla="*/ 35987 h 393098"/>
              <a:gd name="connsiteX69" fmla="*/ 210222 w 376007"/>
              <a:gd name="connsiteY69" fmla="*/ 121443 h 393098"/>
              <a:gd name="connsiteX70" fmla="*/ 211931 w 376007"/>
              <a:gd name="connsiteY70" fmla="*/ 123152 h 393098"/>
              <a:gd name="connsiteX71" fmla="*/ 217059 w 376007"/>
              <a:gd name="connsiteY71" fmla="*/ 133407 h 393098"/>
              <a:gd name="connsiteX72" fmla="*/ 218768 w 376007"/>
              <a:gd name="connsiteY72" fmla="*/ 136825 h 393098"/>
              <a:gd name="connsiteX73" fmla="*/ 225605 w 376007"/>
              <a:gd name="connsiteY73" fmla="*/ 145370 h 393098"/>
              <a:gd name="connsiteX74" fmla="*/ 227313 w 376007"/>
              <a:gd name="connsiteY74" fmla="*/ 147080 h 393098"/>
              <a:gd name="connsiteX75" fmla="*/ 235859 w 376007"/>
              <a:gd name="connsiteY75" fmla="*/ 157334 h 393098"/>
              <a:gd name="connsiteX76" fmla="*/ 246114 w 376007"/>
              <a:gd name="connsiteY76" fmla="*/ 165880 h 393098"/>
              <a:gd name="connsiteX77" fmla="*/ 249532 w 376007"/>
              <a:gd name="connsiteY77" fmla="*/ 167589 h 393098"/>
              <a:gd name="connsiteX78" fmla="*/ 256369 w 376007"/>
              <a:gd name="connsiteY78" fmla="*/ 172717 h 393098"/>
              <a:gd name="connsiteX79" fmla="*/ 259787 w 376007"/>
              <a:gd name="connsiteY79" fmla="*/ 174426 h 393098"/>
              <a:gd name="connsiteX80" fmla="*/ 268333 w 376007"/>
              <a:gd name="connsiteY80" fmla="*/ 179553 h 393098"/>
              <a:gd name="connsiteX81" fmla="*/ 270042 w 376007"/>
              <a:gd name="connsiteY81" fmla="*/ 181262 h 393098"/>
              <a:gd name="connsiteX82" fmla="*/ 282006 w 376007"/>
              <a:gd name="connsiteY82" fmla="*/ 186389 h 393098"/>
              <a:gd name="connsiteX83" fmla="*/ 244405 w 376007"/>
              <a:gd name="connsiteY83" fmla="*/ 223990 h 393098"/>
              <a:gd name="connsiteX84" fmla="*/ 208513 w 376007"/>
              <a:gd name="connsiteY84" fmla="*/ 259882 h 393098"/>
              <a:gd name="connsiteX85" fmla="*/ 162367 w 376007"/>
              <a:gd name="connsiteY85" fmla="*/ 229117 h 393098"/>
              <a:gd name="connsiteX86" fmla="*/ 133312 w 376007"/>
              <a:gd name="connsiteY86" fmla="*/ 188099 h 393098"/>
              <a:gd name="connsiteX87" fmla="*/ 131603 w 376007"/>
              <a:gd name="connsiteY87" fmla="*/ 182971 h 393098"/>
              <a:gd name="connsiteX88" fmla="*/ 205095 w 376007"/>
              <a:gd name="connsiteY88" fmla="*/ 109479 h 393098"/>
              <a:gd name="connsiteX89" fmla="*/ 210222 w 376007"/>
              <a:gd name="connsiteY89" fmla="*/ 121443 h 393098"/>
              <a:gd name="connsiteX90" fmla="*/ 42728 w 376007"/>
              <a:gd name="connsiteY90" fmla="*/ 194935 h 393098"/>
              <a:gd name="connsiteX91" fmla="*/ 71783 w 376007"/>
              <a:gd name="connsiteY91" fmla="*/ 176135 h 393098"/>
              <a:gd name="connsiteX92" fmla="*/ 80329 w 376007"/>
              <a:gd name="connsiteY92" fmla="*/ 176135 h 393098"/>
              <a:gd name="connsiteX93" fmla="*/ 112802 w 376007"/>
              <a:gd name="connsiteY93" fmla="*/ 181262 h 393098"/>
              <a:gd name="connsiteX94" fmla="*/ 112802 w 376007"/>
              <a:gd name="connsiteY94" fmla="*/ 184680 h 393098"/>
              <a:gd name="connsiteX95" fmla="*/ 150403 w 376007"/>
              <a:gd name="connsiteY95" fmla="*/ 244500 h 393098"/>
              <a:gd name="connsiteX96" fmla="*/ 208513 w 376007"/>
              <a:gd name="connsiteY96" fmla="*/ 282100 h 393098"/>
              <a:gd name="connsiteX97" fmla="*/ 210222 w 376007"/>
              <a:gd name="connsiteY97" fmla="*/ 282100 h 393098"/>
              <a:gd name="connsiteX98" fmla="*/ 210222 w 376007"/>
              <a:gd name="connsiteY98" fmla="*/ 282100 h 393098"/>
              <a:gd name="connsiteX99" fmla="*/ 210222 w 376007"/>
              <a:gd name="connsiteY99" fmla="*/ 282100 h 393098"/>
              <a:gd name="connsiteX100" fmla="*/ 215350 w 376007"/>
              <a:gd name="connsiteY100" fmla="*/ 323119 h 393098"/>
              <a:gd name="connsiteX101" fmla="*/ 196549 w 376007"/>
              <a:gd name="connsiteY101" fmla="*/ 352175 h 393098"/>
              <a:gd name="connsiteX102" fmla="*/ 160658 w 376007"/>
              <a:gd name="connsiteY102" fmla="*/ 353884 h 393098"/>
              <a:gd name="connsiteX103" fmla="*/ 129894 w 376007"/>
              <a:gd name="connsiteY103" fmla="*/ 335083 h 393098"/>
              <a:gd name="connsiteX104" fmla="*/ 129894 w 376007"/>
              <a:gd name="connsiteY104" fmla="*/ 335083 h 393098"/>
              <a:gd name="connsiteX105" fmla="*/ 109384 w 376007"/>
              <a:gd name="connsiteY105" fmla="*/ 319701 h 393098"/>
              <a:gd name="connsiteX106" fmla="*/ 109384 w 376007"/>
              <a:gd name="connsiteY106" fmla="*/ 319701 h 393098"/>
              <a:gd name="connsiteX107" fmla="*/ 90583 w 376007"/>
              <a:gd name="connsiteY107" fmla="*/ 302610 h 393098"/>
              <a:gd name="connsiteX108" fmla="*/ 73492 w 376007"/>
              <a:gd name="connsiteY108" fmla="*/ 283810 h 393098"/>
              <a:gd name="connsiteX109" fmla="*/ 73492 w 376007"/>
              <a:gd name="connsiteY109" fmla="*/ 283810 h 393098"/>
              <a:gd name="connsiteX110" fmla="*/ 58110 w 376007"/>
              <a:gd name="connsiteY110" fmla="*/ 265009 h 393098"/>
              <a:gd name="connsiteX111" fmla="*/ 39310 w 376007"/>
              <a:gd name="connsiteY111" fmla="*/ 232536 h 393098"/>
              <a:gd name="connsiteX112" fmla="*/ 42728 w 376007"/>
              <a:gd name="connsiteY112" fmla="*/ 194935 h 393098"/>
              <a:gd name="connsiteX113" fmla="*/ 54692 w 376007"/>
              <a:gd name="connsiteY113" fmla="*/ 283810 h 393098"/>
              <a:gd name="connsiteX114" fmla="*/ 58110 w 376007"/>
              <a:gd name="connsiteY114" fmla="*/ 288937 h 393098"/>
              <a:gd name="connsiteX115" fmla="*/ 64947 w 376007"/>
              <a:gd name="connsiteY115" fmla="*/ 295773 h 393098"/>
              <a:gd name="connsiteX116" fmla="*/ 80329 w 376007"/>
              <a:gd name="connsiteY116" fmla="*/ 312865 h 393098"/>
              <a:gd name="connsiteX117" fmla="*/ 97420 w 376007"/>
              <a:gd name="connsiteY117" fmla="*/ 328247 h 393098"/>
              <a:gd name="connsiteX118" fmla="*/ 105966 w 376007"/>
              <a:gd name="connsiteY118" fmla="*/ 335083 h 393098"/>
              <a:gd name="connsiteX119" fmla="*/ 111093 w 376007"/>
              <a:gd name="connsiteY119" fmla="*/ 338502 h 393098"/>
              <a:gd name="connsiteX120" fmla="*/ 25637 w 376007"/>
              <a:gd name="connsiteY120" fmla="*/ 370975 h 393098"/>
              <a:gd name="connsiteX121" fmla="*/ 54692 w 376007"/>
              <a:gd name="connsiteY121" fmla="*/ 283810 h 393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376007" h="393098">
                <a:moveTo>
                  <a:pt x="1709" y="391484"/>
                </a:moveTo>
                <a:cubicBezTo>
                  <a:pt x="3418" y="393194"/>
                  <a:pt x="5127" y="393194"/>
                  <a:pt x="8546" y="393194"/>
                </a:cubicBezTo>
                <a:cubicBezTo>
                  <a:pt x="10255" y="393194"/>
                  <a:pt x="10255" y="393194"/>
                  <a:pt x="11964" y="393194"/>
                </a:cubicBezTo>
                <a:lnTo>
                  <a:pt x="126475" y="350465"/>
                </a:lnTo>
                <a:cubicBezTo>
                  <a:pt x="136730" y="357302"/>
                  <a:pt x="146985" y="364138"/>
                  <a:pt x="157240" y="367557"/>
                </a:cubicBezTo>
                <a:cubicBezTo>
                  <a:pt x="164076" y="370975"/>
                  <a:pt x="172622" y="372684"/>
                  <a:pt x="179458" y="372684"/>
                </a:cubicBezTo>
                <a:cubicBezTo>
                  <a:pt x="189713" y="372684"/>
                  <a:pt x="198259" y="370975"/>
                  <a:pt x="206804" y="365847"/>
                </a:cubicBezTo>
                <a:cubicBezTo>
                  <a:pt x="222186" y="357302"/>
                  <a:pt x="232441" y="341920"/>
                  <a:pt x="234150" y="323119"/>
                </a:cubicBezTo>
                <a:cubicBezTo>
                  <a:pt x="235859" y="306028"/>
                  <a:pt x="232441" y="288937"/>
                  <a:pt x="225605" y="270137"/>
                </a:cubicBezTo>
                <a:lnTo>
                  <a:pt x="299097" y="196644"/>
                </a:lnTo>
                <a:cubicBezTo>
                  <a:pt x="302515" y="196644"/>
                  <a:pt x="305933" y="198353"/>
                  <a:pt x="309352" y="198353"/>
                </a:cubicBezTo>
                <a:cubicBezTo>
                  <a:pt x="312770" y="198353"/>
                  <a:pt x="317897" y="198353"/>
                  <a:pt x="321315" y="198353"/>
                </a:cubicBezTo>
                <a:cubicBezTo>
                  <a:pt x="345244" y="198353"/>
                  <a:pt x="367462" y="189808"/>
                  <a:pt x="384553" y="171007"/>
                </a:cubicBezTo>
                <a:cubicBezTo>
                  <a:pt x="384553" y="171007"/>
                  <a:pt x="384553" y="169298"/>
                  <a:pt x="386262" y="169298"/>
                </a:cubicBezTo>
                <a:cubicBezTo>
                  <a:pt x="386262" y="169298"/>
                  <a:pt x="387972" y="169298"/>
                  <a:pt x="387972" y="167589"/>
                </a:cubicBezTo>
                <a:cubicBezTo>
                  <a:pt x="387972" y="167589"/>
                  <a:pt x="387972" y="167589"/>
                  <a:pt x="387972" y="167589"/>
                </a:cubicBezTo>
                <a:cubicBezTo>
                  <a:pt x="408481" y="147080"/>
                  <a:pt x="362335" y="90679"/>
                  <a:pt x="333279" y="59914"/>
                </a:cubicBezTo>
                <a:cubicBezTo>
                  <a:pt x="304224" y="29150"/>
                  <a:pt x="246114" y="-15287"/>
                  <a:pt x="225605" y="5222"/>
                </a:cubicBezTo>
                <a:cubicBezTo>
                  <a:pt x="201677" y="29150"/>
                  <a:pt x="193131" y="59914"/>
                  <a:pt x="199968" y="92388"/>
                </a:cubicBezTo>
                <a:lnTo>
                  <a:pt x="124766" y="167589"/>
                </a:lnTo>
                <a:cubicBezTo>
                  <a:pt x="105966" y="160753"/>
                  <a:pt x="87165" y="157334"/>
                  <a:pt x="70074" y="159044"/>
                </a:cubicBezTo>
                <a:cubicBezTo>
                  <a:pt x="51274" y="160753"/>
                  <a:pt x="35892" y="171007"/>
                  <a:pt x="27346" y="186389"/>
                </a:cubicBezTo>
                <a:cubicBezTo>
                  <a:pt x="18800" y="201772"/>
                  <a:pt x="17091" y="220572"/>
                  <a:pt x="25637" y="237663"/>
                </a:cubicBezTo>
                <a:cubicBezTo>
                  <a:pt x="30764" y="247918"/>
                  <a:pt x="35892" y="258173"/>
                  <a:pt x="42728" y="268427"/>
                </a:cubicBezTo>
                <a:lnTo>
                  <a:pt x="0" y="382939"/>
                </a:lnTo>
                <a:cubicBezTo>
                  <a:pt x="0" y="384648"/>
                  <a:pt x="0" y="388066"/>
                  <a:pt x="1709" y="391484"/>
                </a:cubicBezTo>
                <a:close/>
                <a:moveTo>
                  <a:pt x="321315" y="71878"/>
                </a:moveTo>
                <a:cubicBezTo>
                  <a:pt x="365753" y="116315"/>
                  <a:pt x="379426" y="148789"/>
                  <a:pt x="376008" y="153916"/>
                </a:cubicBezTo>
                <a:cubicBezTo>
                  <a:pt x="372589" y="155625"/>
                  <a:pt x="367462" y="153916"/>
                  <a:pt x="358916" y="148789"/>
                </a:cubicBezTo>
                <a:cubicBezTo>
                  <a:pt x="358916" y="148789"/>
                  <a:pt x="358916" y="148789"/>
                  <a:pt x="357207" y="148789"/>
                </a:cubicBezTo>
                <a:cubicBezTo>
                  <a:pt x="353789" y="147080"/>
                  <a:pt x="352080" y="145370"/>
                  <a:pt x="348661" y="143661"/>
                </a:cubicBezTo>
                <a:cubicBezTo>
                  <a:pt x="346952" y="143661"/>
                  <a:pt x="346952" y="141952"/>
                  <a:pt x="345244" y="141952"/>
                </a:cubicBezTo>
                <a:cubicBezTo>
                  <a:pt x="341825" y="140243"/>
                  <a:pt x="340116" y="138534"/>
                  <a:pt x="336698" y="136825"/>
                </a:cubicBezTo>
                <a:cubicBezTo>
                  <a:pt x="334989" y="135116"/>
                  <a:pt x="333279" y="135116"/>
                  <a:pt x="331570" y="133407"/>
                </a:cubicBezTo>
                <a:cubicBezTo>
                  <a:pt x="328152" y="131697"/>
                  <a:pt x="326443" y="129988"/>
                  <a:pt x="323025" y="126570"/>
                </a:cubicBezTo>
                <a:cubicBezTo>
                  <a:pt x="321315" y="124861"/>
                  <a:pt x="317897" y="121443"/>
                  <a:pt x="314479" y="119734"/>
                </a:cubicBezTo>
                <a:cubicBezTo>
                  <a:pt x="312770" y="118024"/>
                  <a:pt x="309352" y="116315"/>
                  <a:pt x="307643" y="114606"/>
                </a:cubicBezTo>
                <a:cubicBezTo>
                  <a:pt x="302515" y="109479"/>
                  <a:pt x="297388" y="104352"/>
                  <a:pt x="292261" y="99224"/>
                </a:cubicBezTo>
                <a:cubicBezTo>
                  <a:pt x="287133" y="94097"/>
                  <a:pt x="282006" y="87260"/>
                  <a:pt x="276879" y="82133"/>
                </a:cubicBezTo>
                <a:cubicBezTo>
                  <a:pt x="244405" y="46241"/>
                  <a:pt x="235859" y="20604"/>
                  <a:pt x="237568" y="15477"/>
                </a:cubicBezTo>
                <a:cubicBezTo>
                  <a:pt x="237568" y="15477"/>
                  <a:pt x="239278" y="15477"/>
                  <a:pt x="239278" y="15477"/>
                </a:cubicBezTo>
                <a:cubicBezTo>
                  <a:pt x="249532" y="17186"/>
                  <a:pt x="278587" y="30859"/>
                  <a:pt x="321315" y="71878"/>
                </a:cubicBezTo>
                <a:close/>
                <a:moveTo>
                  <a:pt x="223896" y="35987"/>
                </a:moveTo>
                <a:cubicBezTo>
                  <a:pt x="223896" y="35987"/>
                  <a:pt x="223896" y="35987"/>
                  <a:pt x="223896" y="35987"/>
                </a:cubicBezTo>
                <a:cubicBezTo>
                  <a:pt x="223896" y="37696"/>
                  <a:pt x="225605" y="39405"/>
                  <a:pt x="225605" y="41114"/>
                </a:cubicBezTo>
                <a:cubicBezTo>
                  <a:pt x="225605" y="42823"/>
                  <a:pt x="227313" y="42823"/>
                  <a:pt x="227313" y="44532"/>
                </a:cubicBezTo>
                <a:cubicBezTo>
                  <a:pt x="229023" y="47950"/>
                  <a:pt x="230732" y="49659"/>
                  <a:pt x="232441" y="53078"/>
                </a:cubicBezTo>
                <a:cubicBezTo>
                  <a:pt x="242696" y="71878"/>
                  <a:pt x="259787" y="92388"/>
                  <a:pt x="280296" y="114606"/>
                </a:cubicBezTo>
                <a:cubicBezTo>
                  <a:pt x="287133" y="121443"/>
                  <a:pt x="293970" y="128279"/>
                  <a:pt x="302515" y="135116"/>
                </a:cubicBezTo>
                <a:cubicBezTo>
                  <a:pt x="302515" y="135116"/>
                  <a:pt x="302515" y="135116"/>
                  <a:pt x="302515" y="135116"/>
                </a:cubicBezTo>
                <a:cubicBezTo>
                  <a:pt x="305933" y="138534"/>
                  <a:pt x="309352" y="141952"/>
                  <a:pt x="312770" y="143661"/>
                </a:cubicBezTo>
                <a:cubicBezTo>
                  <a:pt x="314479" y="145370"/>
                  <a:pt x="314479" y="145370"/>
                  <a:pt x="316188" y="147080"/>
                </a:cubicBezTo>
                <a:cubicBezTo>
                  <a:pt x="317897" y="148789"/>
                  <a:pt x="321315" y="150498"/>
                  <a:pt x="323025" y="152207"/>
                </a:cubicBezTo>
                <a:cubicBezTo>
                  <a:pt x="324734" y="153916"/>
                  <a:pt x="326443" y="155625"/>
                  <a:pt x="328152" y="155625"/>
                </a:cubicBezTo>
                <a:cubicBezTo>
                  <a:pt x="329861" y="157334"/>
                  <a:pt x="329861" y="157334"/>
                  <a:pt x="331570" y="157334"/>
                </a:cubicBezTo>
                <a:cubicBezTo>
                  <a:pt x="340116" y="162462"/>
                  <a:pt x="348661" y="167589"/>
                  <a:pt x="355498" y="171007"/>
                </a:cubicBezTo>
                <a:cubicBezTo>
                  <a:pt x="355498" y="171007"/>
                  <a:pt x="355498" y="171007"/>
                  <a:pt x="357207" y="171007"/>
                </a:cubicBezTo>
                <a:cubicBezTo>
                  <a:pt x="343534" y="179553"/>
                  <a:pt x="326443" y="182971"/>
                  <a:pt x="311061" y="181262"/>
                </a:cubicBezTo>
                <a:cubicBezTo>
                  <a:pt x="305933" y="181262"/>
                  <a:pt x="302515" y="179553"/>
                  <a:pt x="297388" y="177844"/>
                </a:cubicBezTo>
                <a:cubicBezTo>
                  <a:pt x="295678" y="177844"/>
                  <a:pt x="292261" y="176135"/>
                  <a:pt x="290551" y="174426"/>
                </a:cubicBezTo>
                <a:cubicBezTo>
                  <a:pt x="287133" y="172717"/>
                  <a:pt x="285424" y="172717"/>
                  <a:pt x="282006" y="171007"/>
                </a:cubicBezTo>
                <a:cubicBezTo>
                  <a:pt x="280296" y="169298"/>
                  <a:pt x="276879" y="169298"/>
                  <a:pt x="275169" y="167589"/>
                </a:cubicBezTo>
                <a:cubicBezTo>
                  <a:pt x="271751" y="165880"/>
                  <a:pt x="268333" y="164171"/>
                  <a:pt x="264914" y="160753"/>
                </a:cubicBezTo>
                <a:cubicBezTo>
                  <a:pt x="263205" y="159044"/>
                  <a:pt x="261496" y="159044"/>
                  <a:pt x="259787" y="157334"/>
                </a:cubicBezTo>
                <a:cubicBezTo>
                  <a:pt x="254660" y="153916"/>
                  <a:pt x="249532" y="150498"/>
                  <a:pt x="246114" y="145370"/>
                </a:cubicBezTo>
                <a:cubicBezTo>
                  <a:pt x="242696" y="141952"/>
                  <a:pt x="239278" y="136825"/>
                  <a:pt x="235859" y="133407"/>
                </a:cubicBezTo>
                <a:cubicBezTo>
                  <a:pt x="225605" y="121443"/>
                  <a:pt x="218768" y="107770"/>
                  <a:pt x="215350" y="92388"/>
                </a:cubicBezTo>
                <a:cubicBezTo>
                  <a:pt x="215350" y="92388"/>
                  <a:pt x="215350" y="92388"/>
                  <a:pt x="215350" y="92388"/>
                </a:cubicBezTo>
                <a:cubicBezTo>
                  <a:pt x="211931" y="71878"/>
                  <a:pt x="213641" y="53078"/>
                  <a:pt x="223896" y="35987"/>
                </a:cubicBezTo>
                <a:close/>
                <a:moveTo>
                  <a:pt x="210222" y="121443"/>
                </a:moveTo>
                <a:cubicBezTo>
                  <a:pt x="210222" y="121443"/>
                  <a:pt x="210222" y="123152"/>
                  <a:pt x="211931" y="123152"/>
                </a:cubicBezTo>
                <a:cubicBezTo>
                  <a:pt x="213641" y="126570"/>
                  <a:pt x="215350" y="129988"/>
                  <a:pt x="217059" y="133407"/>
                </a:cubicBezTo>
                <a:cubicBezTo>
                  <a:pt x="217059" y="135116"/>
                  <a:pt x="218768" y="135116"/>
                  <a:pt x="218768" y="136825"/>
                </a:cubicBezTo>
                <a:cubicBezTo>
                  <a:pt x="220477" y="140243"/>
                  <a:pt x="222186" y="141952"/>
                  <a:pt x="225605" y="145370"/>
                </a:cubicBezTo>
                <a:cubicBezTo>
                  <a:pt x="225605" y="145370"/>
                  <a:pt x="227313" y="147080"/>
                  <a:pt x="227313" y="147080"/>
                </a:cubicBezTo>
                <a:cubicBezTo>
                  <a:pt x="230732" y="150498"/>
                  <a:pt x="232441" y="153916"/>
                  <a:pt x="235859" y="157334"/>
                </a:cubicBezTo>
                <a:cubicBezTo>
                  <a:pt x="239278" y="160753"/>
                  <a:pt x="242696" y="164171"/>
                  <a:pt x="246114" y="165880"/>
                </a:cubicBezTo>
                <a:cubicBezTo>
                  <a:pt x="247823" y="165880"/>
                  <a:pt x="247823" y="167589"/>
                  <a:pt x="249532" y="167589"/>
                </a:cubicBezTo>
                <a:cubicBezTo>
                  <a:pt x="251242" y="169298"/>
                  <a:pt x="254660" y="171007"/>
                  <a:pt x="256369" y="172717"/>
                </a:cubicBezTo>
                <a:cubicBezTo>
                  <a:pt x="258078" y="172717"/>
                  <a:pt x="258078" y="174426"/>
                  <a:pt x="259787" y="174426"/>
                </a:cubicBezTo>
                <a:cubicBezTo>
                  <a:pt x="263205" y="176135"/>
                  <a:pt x="266624" y="177844"/>
                  <a:pt x="268333" y="179553"/>
                </a:cubicBezTo>
                <a:cubicBezTo>
                  <a:pt x="268333" y="179553"/>
                  <a:pt x="270042" y="179553"/>
                  <a:pt x="270042" y="181262"/>
                </a:cubicBezTo>
                <a:cubicBezTo>
                  <a:pt x="273460" y="182971"/>
                  <a:pt x="278587" y="184680"/>
                  <a:pt x="282006" y="186389"/>
                </a:cubicBezTo>
                <a:lnTo>
                  <a:pt x="244405" y="223990"/>
                </a:lnTo>
                <a:lnTo>
                  <a:pt x="208513" y="259882"/>
                </a:lnTo>
                <a:cubicBezTo>
                  <a:pt x="193131" y="254754"/>
                  <a:pt x="177749" y="244500"/>
                  <a:pt x="162367" y="229117"/>
                </a:cubicBezTo>
                <a:cubicBezTo>
                  <a:pt x="146985" y="213735"/>
                  <a:pt x="138439" y="200062"/>
                  <a:pt x="133312" y="188099"/>
                </a:cubicBezTo>
                <a:cubicBezTo>
                  <a:pt x="133312" y="186389"/>
                  <a:pt x="131603" y="184680"/>
                  <a:pt x="131603" y="182971"/>
                </a:cubicBezTo>
                <a:lnTo>
                  <a:pt x="205095" y="109479"/>
                </a:lnTo>
                <a:cubicBezTo>
                  <a:pt x="206804" y="114606"/>
                  <a:pt x="208513" y="118024"/>
                  <a:pt x="210222" y="121443"/>
                </a:cubicBezTo>
                <a:close/>
                <a:moveTo>
                  <a:pt x="42728" y="194935"/>
                </a:moveTo>
                <a:cubicBezTo>
                  <a:pt x="49565" y="184680"/>
                  <a:pt x="59819" y="177844"/>
                  <a:pt x="71783" y="176135"/>
                </a:cubicBezTo>
                <a:cubicBezTo>
                  <a:pt x="75201" y="176135"/>
                  <a:pt x="76911" y="176135"/>
                  <a:pt x="80329" y="176135"/>
                </a:cubicBezTo>
                <a:cubicBezTo>
                  <a:pt x="90583" y="176135"/>
                  <a:pt x="100838" y="177844"/>
                  <a:pt x="112802" y="181262"/>
                </a:cubicBezTo>
                <a:cubicBezTo>
                  <a:pt x="112802" y="182971"/>
                  <a:pt x="112802" y="182971"/>
                  <a:pt x="112802" y="184680"/>
                </a:cubicBezTo>
                <a:cubicBezTo>
                  <a:pt x="117930" y="203481"/>
                  <a:pt x="129894" y="222281"/>
                  <a:pt x="150403" y="244500"/>
                </a:cubicBezTo>
                <a:cubicBezTo>
                  <a:pt x="169203" y="263300"/>
                  <a:pt x="189713" y="276973"/>
                  <a:pt x="208513" y="282100"/>
                </a:cubicBezTo>
                <a:cubicBezTo>
                  <a:pt x="208513" y="282100"/>
                  <a:pt x="210222" y="282100"/>
                  <a:pt x="210222" y="282100"/>
                </a:cubicBezTo>
                <a:cubicBezTo>
                  <a:pt x="210222" y="282100"/>
                  <a:pt x="210222" y="282100"/>
                  <a:pt x="210222" y="282100"/>
                </a:cubicBezTo>
                <a:cubicBezTo>
                  <a:pt x="210222" y="282100"/>
                  <a:pt x="210222" y="282100"/>
                  <a:pt x="210222" y="282100"/>
                </a:cubicBezTo>
                <a:cubicBezTo>
                  <a:pt x="215350" y="295773"/>
                  <a:pt x="217059" y="309447"/>
                  <a:pt x="215350" y="323119"/>
                </a:cubicBezTo>
                <a:cubicBezTo>
                  <a:pt x="213641" y="335083"/>
                  <a:pt x="206804" y="347047"/>
                  <a:pt x="196549" y="352175"/>
                </a:cubicBezTo>
                <a:cubicBezTo>
                  <a:pt x="186295" y="359011"/>
                  <a:pt x="172622" y="359011"/>
                  <a:pt x="160658" y="353884"/>
                </a:cubicBezTo>
                <a:cubicBezTo>
                  <a:pt x="150403" y="348756"/>
                  <a:pt x="140148" y="343629"/>
                  <a:pt x="129894" y="335083"/>
                </a:cubicBezTo>
                <a:cubicBezTo>
                  <a:pt x="129894" y="335083"/>
                  <a:pt x="129894" y="335083"/>
                  <a:pt x="129894" y="335083"/>
                </a:cubicBezTo>
                <a:cubicBezTo>
                  <a:pt x="123057" y="329956"/>
                  <a:pt x="116220" y="324829"/>
                  <a:pt x="109384" y="319701"/>
                </a:cubicBezTo>
                <a:cubicBezTo>
                  <a:pt x="109384" y="319701"/>
                  <a:pt x="109384" y="319701"/>
                  <a:pt x="109384" y="319701"/>
                </a:cubicBezTo>
                <a:cubicBezTo>
                  <a:pt x="102548" y="314574"/>
                  <a:pt x="95711" y="307737"/>
                  <a:pt x="90583" y="302610"/>
                </a:cubicBezTo>
                <a:cubicBezTo>
                  <a:pt x="83747" y="295773"/>
                  <a:pt x="78620" y="290646"/>
                  <a:pt x="73492" y="283810"/>
                </a:cubicBezTo>
                <a:cubicBezTo>
                  <a:pt x="73492" y="283810"/>
                  <a:pt x="73492" y="283810"/>
                  <a:pt x="73492" y="283810"/>
                </a:cubicBezTo>
                <a:cubicBezTo>
                  <a:pt x="68365" y="276973"/>
                  <a:pt x="63238" y="270137"/>
                  <a:pt x="58110" y="265009"/>
                </a:cubicBezTo>
                <a:cubicBezTo>
                  <a:pt x="49565" y="254754"/>
                  <a:pt x="44437" y="242791"/>
                  <a:pt x="39310" y="232536"/>
                </a:cubicBezTo>
                <a:cubicBezTo>
                  <a:pt x="35892" y="217154"/>
                  <a:pt x="35892" y="205190"/>
                  <a:pt x="42728" y="194935"/>
                </a:cubicBezTo>
                <a:close/>
                <a:moveTo>
                  <a:pt x="54692" y="283810"/>
                </a:moveTo>
                <a:cubicBezTo>
                  <a:pt x="56401" y="285519"/>
                  <a:pt x="58110" y="287228"/>
                  <a:pt x="58110" y="288937"/>
                </a:cubicBezTo>
                <a:cubicBezTo>
                  <a:pt x="59819" y="290646"/>
                  <a:pt x="61529" y="294064"/>
                  <a:pt x="64947" y="295773"/>
                </a:cubicBezTo>
                <a:cubicBezTo>
                  <a:pt x="70074" y="300901"/>
                  <a:pt x="75201" y="306028"/>
                  <a:pt x="80329" y="312865"/>
                </a:cubicBezTo>
                <a:cubicBezTo>
                  <a:pt x="85456" y="317992"/>
                  <a:pt x="90583" y="323119"/>
                  <a:pt x="97420" y="328247"/>
                </a:cubicBezTo>
                <a:cubicBezTo>
                  <a:pt x="100838" y="329956"/>
                  <a:pt x="102548" y="333374"/>
                  <a:pt x="105966" y="335083"/>
                </a:cubicBezTo>
                <a:cubicBezTo>
                  <a:pt x="107675" y="336792"/>
                  <a:pt x="109384" y="338502"/>
                  <a:pt x="111093" y="338502"/>
                </a:cubicBezTo>
                <a:lnTo>
                  <a:pt x="25637" y="370975"/>
                </a:lnTo>
                <a:lnTo>
                  <a:pt x="54692" y="283810"/>
                </a:lnTo>
                <a:close/>
              </a:path>
            </a:pathLst>
          </a:custGeom>
          <a:solidFill>
            <a:schemeClr val="accent1"/>
          </a:solidFill>
          <a:ln w="17082" cap="flat">
            <a:noFill/>
            <a:prstDash val="solid"/>
            <a:miter/>
          </a:ln>
        </p:spPr>
        <p:txBody>
          <a:bodyPr rtlCol="0" anchor="ctr"/>
          <a:lstStyle/>
          <a:p>
            <a:endParaRPr lang="en-ID">
              <a:cs typeface="+mn-ea"/>
              <a:sym typeface="+mn-lt"/>
            </a:endParaRPr>
          </a:p>
        </p:txBody>
      </p:sp>
      <p:cxnSp>
        <p:nvCxnSpPr>
          <p:cNvPr id="14" name="Straight Connector 24"/>
          <p:cNvCxnSpPr/>
          <p:nvPr/>
        </p:nvCxnSpPr>
        <p:spPr>
          <a:xfrm>
            <a:off x="4790229" y="2155530"/>
            <a:ext cx="0" cy="161125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5147438" y="2632054"/>
            <a:ext cx="2089698" cy="113473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591345" y="2155530"/>
            <a:ext cx="1456202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7283458" y="2632054"/>
            <a:ext cx="2089698" cy="113473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727365" y="2155530"/>
            <a:ext cx="1456202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Text Box 10"/>
          <p:cNvSpPr txBox="1">
            <a:spLocks noChangeArrowheads="1"/>
          </p:cNvSpPr>
          <p:nvPr/>
        </p:nvSpPr>
        <p:spPr bwMode="auto">
          <a:xfrm>
            <a:off x="9444377" y="2632054"/>
            <a:ext cx="2089698" cy="113473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888284" y="2155530"/>
            <a:ext cx="1456202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1" name="Text Box 10"/>
          <p:cNvSpPr txBox="1">
            <a:spLocks noChangeArrowheads="1"/>
          </p:cNvSpPr>
          <p:nvPr/>
        </p:nvSpPr>
        <p:spPr bwMode="auto">
          <a:xfrm>
            <a:off x="791738" y="4483991"/>
            <a:ext cx="10638262" cy="141173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。本模板内所有图片及字体仅供参考，请根据您的实际情况进行替换或更改，并根据实际情况编辑文字内容。本模板内所有图片及字体仅供参考，请根据您的实际情况进行替换或更改，并根据实际情况编辑文字内容。本模板内所有图片及字体仅供参考，请根据您的实际情况进行替换或更改，并根据实际情况编辑文字内容。本模板内所有图片及字体仅供参考，请根据您的实际情况进行替换或更改，并根据实际情况编辑文字内容。本模板内所有图片及字体仅供参考，请根据您的实际情况进行替换或更改，并根据实际情况编辑文字内容。本模板内所有图片及字体仅供参考，请根据您的实际情况进行替换或更改，并根据实际情况编辑文字内容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3" name="Footer Text"/>
          <p:cNvSpPr txBox="1"/>
          <p:nvPr/>
        </p:nvSpPr>
        <p:spPr>
          <a:xfrm>
            <a:off x="1343247" y="710205"/>
            <a:ext cx="32956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cs typeface="+mn-ea"/>
                <a:sym typeface="+mn-lt"/>
              </a:rPr>
              <a:t>选题背景与意义</a:t>
            </a:r>
            <a:endParaRPr lang="zh-CN" altLang="en-US" sz="2800" dirty="0">
              <a:cs typeface="+mn-ea"/>
              <a:sym typeface="+mn-lt"/>
            </a:endParaRPr>
          </a:p>
        </p:txBody>
      </p:sp>
      <p:pic>
        <p:nvPicPr>
          <p:cNvPr id="30" name="图片 29" descr="caef76094b36acaf4fbac5a272e12c1600e99cd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7880" y="381635"/>
            <a:ext cx="792480" cy="1586230"/>
          </a:xfrm>
          <a:prstGeom prst="rect">
            <a:avLst/>
          </a:prstGeom>
        </p:spPr>
      </p:pic>
      <p:pic>
        <p:nvPicPr>
          <p:cNvPr id="24" name="图片 23" descr="005Rm9jOly4grelek7dmbj30u00u0k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95325" y="601345"/>
            <a:ext cx="647700" cy="647700"/>
          </a:xfrm>
          <a:prstGeom prst="rect">
            <a:avLst/>
          </a:prstGeom>
        </p:spPr>
      </p:pic>
      <p:pic>
        <p:nvPicPr>
          <p:cNvPr id="2" name="图片 1" descr="吴衍锋 翔安图书馆学习14"/>
          <p:cNvPicPr>
            <a:picLocks noChangeAspect="1"/>
          </p:cNvPicPr>
          <p:nvPr/>
        </p:nvPicPr>
        <p:blipFill>
          <a:blip r:embed="rId3"/>
          <a:srcRect t="10856" b="3530"/>
          <a:stretch>
            <a:fillRect/>
          </a:stretch>
        </p:blipFill>
        <p:spPr>
          <a:xfrm>
            <a:off x="649605" y="1838325"/>
            <a:ext cx="3938905" cy="22485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 userDrawn="1"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>
            <a:off x="11379690" y="2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11859995" y="797633"/>
            <a:ext cx="216293" cy="1527440"/>
            <a:chOff x="11349438" y="764179"/>
            <a:chExt cx="216293" cy="1527440"/>
          </a:xfrm>
        </p:grpSpPr>
        <p:sp>
          <p:nvSpPr>
            <p:cNvPr id="9" name="等腰三角形 8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3" name="任意多边形: 形状 42"/>
          <p:cNvSpPr/>
          <p:nvPr userDrawn="1"/>
        </p:nvSpPr>
        <p:spPr>
          <a:xfrm rot="10800000">
            <a:off x="1" y="6209613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44" name="组合 43"/>
          <p:cNvGrpSpPr/>
          <p:nvPr userDrawn="1"/>
        </p:nvGrpSpPr>
        <p:grpSpPr>
          <a:xfrm rot="10800000">
            <a:off x="110007" y="4544081"/>
            <a:ext cx="216293" cy="1527440"/>
            <a:chOff x="11349438" y="764179"/>
            <a:chExt cx="216293" cy="1527440"/>
          </a:xfrm>
        </p:grpSpPr>
        <p:sp>
          <p:nvSpPr>
            <p:cNvPr id="45" name="等腰三角形 44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6" name="等腰三角形 45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" name="等腰三角形 47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9" name="等腰三角形 48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pic>
        <p:nvPicPr>
          <p:cNvPr id="30" name="图片 29" descr="caef76094b36acaf4fbac5a272e12c1600e99cd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7880" y="381635"/>
            <a:ext cx="792480" cy="1586230"/>
          </a:xfrm>
          <a:prstGeom prst="rect">
            <a:avLst/>
          </a:prstGeom>
        </p:spPr>
      </p:pic>
      <p:sp>
        <p:nvSpPr>
          <p:cNvPr id="2" name="Rectangle 20"/>
          <p:cNvSpPr/>
          <p:nvPr/>
        </p:nvSpPr>
        <p:spPr>
          <a:xfrm>
            <a:off x="1469923" y="2159360"/>
            <a:ext cx="9252154" cy="2188029"/>
          </a:xfrm>
          <a:prstGeom prst="rect">
            <a:avLst/>
          </a:prstGeom>
          <a:solidFill>
            <a:srgbClr val="BAE2FF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d-ID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d-ID">
              <a:cs typeface="+mn-ea"/>
              <a:sym typeface="+mn-lt"/>
            </a:endParaRPr>
          </a:p>
        </p:txBody>
      </p:sp>
      <p:grpSp>
        <p:nvGrpSpPr>
          <p:cNvPr id="3" name="Group 26"/>
          <p:cNvGrpSpPr/>
          <p:nvPr/>
        </p:nvGrpSpPr>
        <p:grpSpPr>
          <a:xfrm>
            <a:off x="5878728" y="2380712"/>
            <a:ext cx="464040" cy="464812"/>
            <a:chOff x="7827963" y="8048626"/>
            <a:chExt cx="1905000" cy="1908175"/>
          </a:xfrm>
          <a:solidFill>
            <a:schemeClr val="accent1"/>
          </a:solidFill>
        </p:grpSpPr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7827963" y="8048626"/>
              <a:ext cx="1905000" cy="1908175"/>
            </a:xfrm>
            <a:custGeom>
              <a:avLst/>
              <a:gdLst>
                <a:gd name="T0" fmla="*/ 1509 w 1566"/>
                <a:gd name="T1" fmla="*/ 711 h 1566"/>
                <a:gd name="T2" fmla="*/ 1566 w 1566"/>
                <a:gd name="T3" fmla="*/ 653 h 1566"/>
                <a:gd name="T4" fmla="*/ 1566 w 1566"/>
                <a:gd name="T5" fmla="*/ 264 h 1566"/>
                <a:gd name="T6" fmla="*/ 1302 w 1566"/>
                <a:gd name="T7" fmla="*/ 0 h 1566"/>
                <a:gd name="T8" fmla="*/ 264 w 1566"/>
                <a:gd name="T9" fmla="*/ 0 h 1566"/>
                <a:gd name="T10" fmla="*/ 0 w 1566"/>
                <a:gd name="T11" fmla="*/ 264 h 1566"/>
                <a:gd name="T12" fmla="*/ 0 w 1566"/>
                <a:gd name="T13" fmla="*/ 1302 h 1566"/>
                <a:gd name="T14" fmla="*/ 264 w 1566"/>
                <a:gd name="T15" fmla="*/ 1566 h 1566"/>
                <a:gd name="T16" fmla="*/ 1302 w 1566"/>
                <a:gd name="T17" fmla="*/ 1566 h 1566"/>
                <a:gd name="T18" fmla="*/ 1566 w 1566"/>
                <a:gd name="T19" fmla="*/ 1302 h 1566"/>
                <a:gd name="T20" fmla="*/ 1566 w 1566"/>
                <a:gd name="T21" fmla="*/ 1035 h 1566"/>
                <a:gd name="T22" fmla="*/ 1549 w 1566"/>
                <a:gd name="T23" fmla="*/ 993 h 1566"/>
                <a:gd name="T24" fmla="*/ 1174 w 1566"/>
                <a:gd name="T25" fmla="*/ 619 h 1566"/>
                <a:gd name="T26" fmla="*/ 1133 w 1566"/>
                <a:gd name="T27" fmla="*/ 602 h 1566"/>
                <a:gd name="T28" fmla="*/ 1093 w 1566"/>
                <a:gd name="T29" fmla="*/ 619 h 1566"/>
                <a:gd name="T30" fmla="*/ 664 w 1566"/>
                <a:gd name="T31" fmla="*/ 1047 h 1566"/>
                <a:gd name="T32" fmla="*/ 433 w 1566"/>
                <a:gd name="T33" fmla="*/ 816 h 1566"/>
                <a:gd name="T34" fmla="*/ 351 w 1566"/>
                <a:gd name="T35" fmla="*/ 816 h 1566"/>
                <a:gd name="T36" fmla="*/ 116 w 1566"/>
                <a:gd name="T37" fmla="*/ 1052 h 1566"/>
                <a:gd name="T38" fmla="*/ 116 w 1566"/>
                <a:gd name="T39" fmla="*/ 264 h 1566"/>
                <a:gd name="T40" fmla="*/ 265 w 1566"/>
                <a:gd name="T41" fmla="*/ 115 h 1566"/>
                <a:gd name="T42" fmla="*/ 1302 w 1566"/>
                <a:gd name="T43" fmla="*/ 115 h 1566"/>
                <a:gd name="T44" fmla="*/ 1451 w 1566"/>
                <a:gd name="T45" fmla="*/ 264 h 1566"/>
                <a:gd name="T46" fmla="*/ 1451 w 1566"/>
                <a:gd name="T47" fmla="*/ 653 h 1566"/>
                <a:gd name="T48" fmla="*/ 1509 w 1566"/>
                <a:gd name="T49" fmla="*/ 711 h 1566"/>
                <a:gd name="T50" fmla="*/ 392 w 1566"/>
                <a:gd name="T51" fmla="*/ 938 h 1566"/>
                <a:gd name="T52" fmla="*/ 623 w 1566"/>
                <a:gd name="T53" fmla="*/ 1169 h 1566"/>
                <a:gd name="T54" fmla="*/ 664 w 1566"/>
                <a:gd name="T55" fmla="*/ 1186 h 1566"/>
                <a:gd name="T56" fmla="*/ 704 w 1566"/>
                <a:gd name="T57" fmla="*/ 1169 h 1566"/>
                <a:gd name="T58" fmla="*/ 1133 w 1566"/>
                <a:gd name="T59" fmla="*/ 740 h 1566"/>
                <a:gd name="T60" fmla="*/ 1451 w 1566"/>
                <a:gd name="T61" fmla="*/ 1058 h 1566"/>
                <a:gd name="T62" fmla="*/ 1451 w 1566"/>
                <a:gd name="T63" fmla="*/ 1302 h 1566"/>
                <a:gd name="T64" fmla="*/ 1301 w 1566"/>
                <a:gd name="T65" fmla="*/ 1451 h 1566"/>
                <a:gd name="T66" fmla="*/ 264 w 1566"/>
                <a:gd name="T67" fmla="*/ 1451 h 1566"/>
                <a:gd name="T68" fmla="*/ 115 w 1566"/>
                <a:gd name="T69" fmla="*/ 1302 h 1566"/>
                <a:gd name="T70" fmla="*/ 115 w 1566"/>
                <a:gd name="T71" fmla="*/ 1215 h 1566"/>
                <a:gd name="T72" fmla="*/ 392 w 1566"/>
                <a:gd name="T73" fmla="*/ 938 h 1566"/>
                <a:gd name="T74" fmla="*/ 392 w 1566"/>
                <a:gd name="T75" fmla="*/ 938 h 1566"/>
                <a:gd name="T76" fmla="*/ 392 w 1566"/>
                <a:gd name="T77" fmla="*/ 938 h 1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566" h="1566">
                  <a:moveTo>
                    <a:pt x="1509" y="711"/>
                  </a:moveTo>
                  <a:cubicBezTo>
                    <a:pt x="1541" y="711"/>
                    <a:pt x="1566" y="685"/>
                    <a:pt x="1566" y="653"/>
                  </a:cubicBezTo>
                  <a:cubicBezTo>
                    <a:pt x="1566" y="264"/>
                    <a:pt x="1566" y="264"/>
                    <a:pt x="1566" y="264"/>
                  </a:cubicBezTo>
                  <a:cubicBezTo>
                    <a:pt x="1566" y="118"/>
                    <a:pt x="1448" y="0"/>
                    <a:pt x="1302" y="0"/>
                  </a:cubicBezTo>
                  <a:cubicBezTo>
                    <a:pt x="264" y="0"/>
                    <a:pt x="264" y="0"/>
                    <a:pt x="264" y="0"/>
                  </a:cubicBezTo>
                  <a:cubicBezTo>
                    <a:pt x="119" y="0"/>
                    <a:pt x="0" y="118"/>
                    <a:pt x="0" y="264"/>
                  </a:cubicBezTo>
                  <a:cubicBezTo>
                    <a:pt x="0" y="1302"/>
                    <a:pt x="0" y="1302"/>
                    <a:pt x="0" y="1302"/>
                  </a:cubicBezTo>
                  <a:cubicBezTo>
                    <a:pt x="0" y="1448"/>
                    <a:pt x="119" y="1566"/>
                    <a:pt x="264" y="1566"/>
                  </a:cubicBezTo>
                  <a:cubicBezTo>
                    <a:pt x="1302" y="1566"/>
                    <a:pt x="1302" y="1566"/>
                    <a:pt x="1302" y="1566"/>
                  </a:cubicBezTo>
                  <a:cubicBezTo>
                    <a:pt x="1447" y="1566"/>
                    <a:pt x="1566" y="1448"/>
                    <a:pt x="1566" y="1302"/>
                  </a:cubicBezTo>
                  <a:cubicBezTo>
                    <a:pt x="1566" y="1035"/>
                    <a:pt x="1566" y="1035"/>
                    <a:pt x="1566" y="1035"/>
                  </a:cubicBezTo>
                  <a:cubicBezTo>
                    <a:pt x="1566" y="1020"/>
                    <a:pt x="1561" y="1005"/>
                    <a:pt x="1549" y="993"/>
                  </a:cubicBezTo>
                  <a:cubicBezTo>
                    <a:pt x="1174" y="619"/>
                    <a:pt x="1174" y="619"/>
                    <a:pt x="1174" y="619"/>
                  </a:cubicBezTo>
                  <a:cubicBezTo>
                    <a:pt x="1163" y="608"/>
                    <a:pt x="1149" y="602"/>
                    <a:pt x="1133" y="602"/>
                  </a:cubicBezTo>
                  <a:cubicBezTo>
                    <a:pt x="1118" y="602"/>
                    <a:pt x="1103" y="608"/>
                    <a:pt x="1093" y="619"/>
                  </a:cubicBezTo>
                  <a:cubicBezTo>
                    <a:pt x="664" y="1047"/>
                    <a:pt x="664" y="1047"/>
                    <a:pt x="664" y="1047"/>
                  </a:cubicBezTo>
                  <a:cubicBezTo>
                    <a:pt x="433" y="816"/>
                    <a:pt x="433" y="816"/>
                    <a:pt x="433" y="816"/>
                  </a:cubicBezTo>
                  <a:cubicBezTo>
                    <a:pt x="411" y="794"/>
                    <a:pt x="374" y="794"/>
                    <a:pt x="351" y="816"/>
                  </a:cubicBezTo>
                  <a:cubicBezTo>
                    <a:pt x="116" y="1052"/>
                    <a:pt x="116" y="1052"/>
                    <a:pt x="116" y="1052"/>
                  </a:cubicBezTo>
                  <a:cubicBezTo>
                    <a:pt x="116" y="264"/>
                    <a:pt x="116" y="264"/>
                    <a:pt x="116" y="264"/>
                  </a:cubicBezTo>
                  <a:cubicBezTo>
                    <a:pt x="116" y="182"/>
                    <a:pt x="182" y="115"/>
                    <a:pt x="265" y="115"/>
                  </a:cubicBezTo>
                  <a:cubicBezTo>
                    <a:pt x="1302" y="115"/>
                    <a:pt x="1302" y="115"/>
                    <a:pt x="1302" y="115"/>
                  </a:cubicBezTo>
                  <a:cubicBezTo>
                    <a:pt x="1384" y="115"/>
                    <a:pt x="1451" y="182"/>
                    <a:pt x="1451" y="264"/>
                  </a:cubicBezTo>
                  <a:cubicBezTo>
                    <a:pt x="1451" y="653"/>
                    <a:pt x="1451" y="653"/>
                    <a:pt x="1451" y="653"/>
                  </a:cubicBezTo>
                  <a:cubicBezTo>
                    <a:pt x="1451" y="685"/>
                    <a:pt x="1477" y="711"/>
                    <a:pt x="1509" y="711"/>
                  </a:cubicBezTo>
                  <a:close/>
                  <a:moveTo>
                    <a:pt x="392" y="938"/>
                  </a:moveTo>
                  <a:cubicBezTo>
                    <a:pt x="623" y="1169"/>
                    <a:pt x="623" y="1169"/>
                    <a:pt x="623" y="1169"/>
                  </a:cubicBezTo>
                  <a:cubicBezTo>
                    <a:pt x="634" y="1180"/>
                    <a:pt x="649" y="1186"/>
                    <a:pt x="664" y="1186"/>
                  </a:cubicBezTo>
                  <a:cubicBezTo>
                    <a:pt x="678" y="1186"/>
                    <a:pt x="693" y="1180"/>
                    <a:pt x="704" y="1169"/>
                  </a:cubicBezTo>
                  <a:cubicBezTo>
                    <a:pt x="1133" y="740"/>
                    <a:pt x="1133" y="740"/>
                    <a:pt x="1133" y="740"/>
                  </a:cubicBezTo>
                  <a:cubicBezTo>
                    <a:pt x="1451" y="1058"/>
                    <a:pt x="1451" y="1058"/>
                    <a:pt x="1451" y="1058"/>
                  </a:cubicBezTo>
                  <a:cubicBezTo>
                    <a:pt x="1451" y="1302"/>
                    <a:pt x="1451" y="1302"/>
                    <a:pt x="1451" y="1302"/>
                  </a:cubicBezTo>
                  <a:cubicBezTo>
                    <a:pt x="1451" y="1384"/>
                    <a:pt x="1384" y="1451"/>
                    <a:pt x="1301" y="1451"/>
                  </a:cubicBezTo>
                  <a:cubicBezTo>
                    <a:pt x="264" y="1451"/>
                    <a:pt x="264" y="1451"/>
                    <a:pt x="264" y="1451"/>
                  </a:cubicBezTo>
                  <a:cubicBezTo>
                    <a:pt x="182" y="1451"/>
                    <a:pt x="115" y="1384"/>
                    <a:pt x="115" y="1302"/>
                  </a:cubicBezTo>
                  <a:cubicBezTo>
                    <a:pt x="115" y="1215"/>
                    <a:pt x="115" y="1215"/>
                    <a:pt x="115" y="1215"/>
                  </a:cubicBezTo>
                  <a:lnTo>
                    <a:pt x="392" y="938"/>
                  </a:lnTo>
                  <a:close/>
                  <a:moveTo>
                    <a:pt x="392" y="938"/>
                  </a:moveTo>
                  <a:cubicBezTo>
                    <a:pt x="392" y="938"/>
                    <a:pt x="392" y="938"/>
                    <a:pt x="392" y="93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d-ID">
                <a:cs typeface="+mn-ea"/>
                <a:sym typeface="+mn-lt"/>
              </a:endParaRPr>
            </a:p>
          </p:txBody>
        </p:sp>
        <p:sp>
          <p:nvSpPr>
            <p:cNvPr id="18" name="Freeform 10"/>
            <p:cNvSpPr>
              <a:spLocks noEditPoints="1"/>
            </p:cNvSpPr>
            <p:nvPr/>
          </p:nvSpPr>
          <p:spPr bwMode="auto">
            <a:xfrm>
              <a:off x="8175625" y="8347076"/>
              <a:ext cx="515938" cy="517525"/>
            </a:xfrm>
            <a:custGeom>
              <a:avLst/>
              <a:gdLst>
                <a:gd name="T0" fmla="*/ 367 w 425"/>
                <a:gd name="T1" fmla="*/ 155 h 425"/>
                <a:gd name="T2" fmla="*/ 310 w 425"/>
                <a:gd name="T3" fmla="*/ 212 h 425"/>
                <a:gd name="T4" fmla="*/ 212 w 425"/>
                <a:gd name="T5" fmla="*/ 310 h 425"/>
                <a:gd name="T6" fmla="*/ 115 w 425"/>
                <a:gd name="T7" fmla="*/ 212 h 425"/>
                <a:gd name="T8" fmla="*/ 212 w 425"/>
                <a:gd name="T9" fmla="*/ 115 h 425"/>
                <a:gd name="T10" fmla="*/ 270 w 425"/>
                <a:gd name="T11" fmla="*/ 57 h 425"/>
                <a:gd name="T12" fmla="*/ 212 w 425"/>
                <a:gd name="T13" fmla="*/ 0 h 425"/>
                <a:gd name="T14" fmla="*/ 0 w 425"/>
                <a:gd name="T15" fmla="*/ 212 h 425"/>
                <a:gd name="T16" fmla="*/ 212 w 425"/>
                <a:gd name="T17" fmla="*/ 425 h 425"/>
                <a:gd name="T18" fmla="*/ 425 w 425"/>
                <a:gd name="T19" fmla="*/ 212 h 425"/>
                <a:gd name="T20" fmla="*/ 367 w 425"/>
                <a:gd name="T21" fmla="*/ 155 h 425"/>
                <a:gd name="T22" fmla="*/ 367 w 425"/>
                <a:gd name="T23" fmla="*/ 155 h 425"/>
                <a:gd name="T24" fmla="*/ 367 w 425"/>
                <a:gd name="T25" fmla="*/ 155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25" h="425">
                  <a:moveTo>
                    <a:pt x="367" y="155"/>
                  </a:moveTo>
                  <a:cubicBezTo>
                    <a:pt x="335" y="155"/>
                    <a:pt x="310" y="181"/>
                    <a:pt x="310" y="212"/>
                  </a:cubicBezTo>
                  <a:cubicBezTo>
                    <a:pt x="310" y="266"/>
                    <a:pt x="266" y="310"/>
                    <a:pt x="212" y="310"/>
                  </a:cubicBezTo>
                  <a:cubicBezTo>
                    <a:pt x="159" y="310"/>
                    <a:pt x="115" y="266"/>
                    <a:pt x="115" y="212"/>
                  </a:cubicBezTo>
                  <a:cubicBezTo>
                    <a:pt x="115" y="159"/>
                    <a:pt x="159" y="115"/>
                    <a:pt x="212" y="115"/>
                  </a:cubicBezTo>
                  <a:cubicBezTo>
                    <a:pt x="244" y="115"/>
                    <a:pt x="270" y="89"/>
                    <a:pt x="270" y="57"/>
                  </a:cubicBezTo>
                  <a:cubicBezTo>
                    <a:pt x="270" y="26"/>
                    <a:pt x="244" y="0"/>
                    <a:pt x="212" y="0"/>
                  </a:cubicBezTo>
                  <a:cubicBezTo>
                    <a:pt x="95" y="0"/>
                    <a:pt x="0" y="95"/>
                    <a:pt x="0" y="212"/>
                  </a:cubicBezTo>
                  <a:cubicBezTo>
                    <a:pt x="0" y="329"/>
                    <a:pt x="95" y="425"/>
                    <a:pt x="212" y="425"/>
                  </a:cubicBezTo>
                  <a:cubicBezTo>
                    <a:pt x="329" y="425"/>
                    <a:pt x="425" y="329"/>
                    <a:pt x="425" y="212"/>
                  </a:cubicBezTo>
                  <a:cubicBezTo>
                    <a:pt x="425" y="181"/>
                    <a:pt x="399" y="155"/>
                    <a:pt x="367" y="155"/>
                  </a:cubicBezTo>
                  <a:close/>
                  <a:moveTo>
                    <a:pt x="367" y="155"/>
                  </a:moveTo>
                  <a:cubicBezTo>
                    <a:pt x="367" y="155"/>
                    <a:pt x="367" y="155"/>
                    <a:pt x="367" y="15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d-ID">
                <a:cs typeface="+mn-ea"/>
                <a:sym typeface="+mn-lt"/>
              </a:endParaRPr>
            </a:p>
          </p:txBody>
        </p:sp>
      </p:grpSp>
      <p:grpSp>
        <p:nvGrpSpPr>
          <p:cNvPr id="4" name="Group 32"/>
          <p:cNvGrpSpPr/>
          <p:nvPr/>
        </p:nvGrpSpPr>
        <p:grpSpPr>
          <a:xfrm>
            <a:off x="2583943" y="2366983"/>
            <a:ext cx="492656" cy="492270"/>
            <a:chOff x="5221288" y="22225"/>
            <a:chExt cx="2022475" cy="2020888"/>
          </a:xfrm>
          <a:solidFill>
            <a:schemeClr val="accent1"/>
          </a:solidFill>
        </p:grpSpPr>
        <p:sp>
          <p:nvSpPr>
            <p:cNvPr id="15" name="Freeform 61"/>
            <p:cNvSpPr>
              <a:spLocks noEditPoints="1"/>
            </p:cNvSpPr>
            <p:nvPr/>
          </p:nvSpPr>
          <p:spPr bwMode="auto">
            <a:xfrm>
              <a:off x="5614988" y="22225"/>
              <a:ext cx="1628775" cy="1622425"/>
            </a:xfrm>
            <a:custGeom>
              <a:avLst/>
              <a:gdLst>
                <a:gd name="T0" fmla="*/ 1259 w 1261"/>
                <a:gd name="T1" fmla="*/ 322 h 1255"/>
                <a:gd name="T2" fmla="*/ 1254 w 1261"/>
                <a:gd name="T3" fmla="*/ 304 h 1255"/>
                <a:gd name="T4" fmla="*/ 1238 w 1261"/>
                <a:gd name="T5" fmla="*/ 249 h 1255"/>
                <a:gd name="T6" fmla="*/ 1002 w 1261"/>
                <a:gd name="T7" fmla="*/ 18 h 1255"/>
                <a:gd name="T8" fmla="*/ 935 w 1261"/>
                <a:gd name="T9" fmla="*/ 3 h 1255"/>
                <a:gd name="T10" fmla="*/ 930 w 1261"/>
                <a:gd name="T11" fmla="*/ 3 h 1255"/>
                <a:gd name="T12" fmla="*/ 838 w 1261"/>
                <a:gd name="T13" fmla="*/ 37 h 1255"/>
                <a:gd name="T14" fmla="*/ 418 w 1261"/>
                <a:gd name="T15" fmla="*/ 458 h 1255"/>
                <a:gd name="T16" fmla="*/ 316 w 1261"/>
                <a:gd name="T17" fmla="*/ 558 h 1255"/>
                <a:gd name="T18" fmla="*/ 271 w 1261"/>
                <a:gd name="T19" fmla="*/ 604 h 1255"/>
                <a:gd name="T20" fmla="*/ 233 w 1261"/>
                <a:gd name="T21" fmla="*/ 642 h 1255"/>
                <a:gd name="T22" fmla="*/ 234 w 1261"/>
                <a:gd name="T23" fmla="*/ 724 h 1255"/>
                <a:gd name="T24" fmla="*/ 315 w 1261"/>
                <a:gd name="T25" fmla="*/ 723 h 1255"/>
                <a:gd name="T26" fmla="*/ 354 w 1261"/>
                <a:gd name="T27" fmla="*/ 684 h 1255"/>
                <a:gd name="T28" fmla="*/ 361 w 1261"/>
                <a:gd name="T29" fmla="*/ 677 h 1255"/>
                <a:gd name="T30" fmla="*/ 398 w 1261"/>
                <a:gd name="T31" fmla="*/ 640 h 1255"/>
                <a:gd name="T32" fmla="*/ 499 w 1261"/>
                <a:gd name="T33" fmla="*/ 539 h 1255"/>
                <a:gd name="T34" fmla="*/ 920 w 1261"/>
                <a:gd name="T35" fmla="*/ 118 h 1255"/>
                <a:gd name="T36" fmla="*/ 920 w 1261"/>
                <a:gd name="T37" fmla="*/ 117 h 1255"/>
                <a:gd name="T38" fmla="*/ 921 w 1261"/>
                <a:gd name="T39" fmla="*/ 117 h 1255"/>
                <a:gd name="T40" fmla="*/ 959 w 1261"/>
                <a:gd name="T41" fmla="*/ 125 h 1255"/>
                <a:gd name="T42" fmla="*/ 1133 w 1261"/>
                <a:gd name="T43" fmla="*/ 295 h 1255"/>
                <a:gd name="T44" fmla="*/ 1141 w 1261"/>
                <a:gd name="T45" fmla="*/ 328 h 1255"/>
                <a:gd name="T46" fmla="*/ 1143 w 1261"/>
                <a:gd name="T47" fmla="*/ 337 h 1255"/>
                <a:gd name="T48" fmla="*/ 1142 w 1261"/>
                <a:gd name="T49" fmla="*/ 338 h 1255"/>
                <a:gd name="T50" fmla="*/ 409 w 1261"/>
                <a:gd name="T51" fmla="*/ 1071 h 1255"/>
                <a:gd name="T52" fmla="*/ 405 w 1261"/>
                <a:gd name="T53" fmla="*/ 1073 h 1255"/>
                <a:gd name="T54" fmla="*/ 141 w 1261"/>
                <a:gd name="T55" fmla="*/ 1129 h 1255"/>
                <a:gd name="T56" fmla="*/ 127 w 1261"/>
                <a:gd name="T57" fmla="*/ 1132 h 1255"/>
                <a:gd name="T58" fmla="*/ 130 w 1261"/>
                <a:gd name="T59" fmla="*/ 1120 h 1255"/>
                <a:gd name="T60" fmla="*/ 187 w 1261"/>
                <a:gd name="T61" fmla="*/ 852 h 1255"/>
                <a:gd name="T62" fmla="*/ 143 w 1261"/>
                <a:gd name="T63" fmla="*/ 783 h 1255"/>
                <a:gd name="T64" fmla="*/ 75 w 1261"/>
                <a:gd name="T65" fmla="*/ 827 h 1255"/>
                <a:gd name="T66" fmla="*/ 17 w 1261"/>
                <a:gd name="T67" fmla="*/ 1096 h 1255"/>
                <a:gd name="T68" fmla="*/ 7 w 1261"/>
                <a:gd name="T69" fmla="*/ 1146 h 1255"/>
                <a:gd name="T70" fmla="*/ 30 w 1261"/>
                <a:gd name="T71" fmla="*/ 1229 h 1255"/>
                <a:gd name="T72" fmla="*/ 93 w 1261"/>
                <a:gd name="T73" fmla="*/ 1255 h 1255"/>
                <a:gd name="T74" fmla="*/ 113 w 1261"/>
                <a:gd name="T75" fmla="*/ 1252 h 1255"/>
                <a:gd name="T76" fmla="*/ 165 w 1261"/>
                <a:gd name="T77" fmla="*/ 1242 h 1255"/>
                <a:gd name="T78" fmla="*/ 429 w 1261"/>
                <a:gd name="T79" fmla="*/ 1186 h 1255"/>
                <a:gd name="T80" fmla="*/ 491 w 1261"/>
                <a:gd name="T81" fmla="*/ 1153 h 1255"/>
                <a:gd name="T82" fmla="*/ 1224 w 1261"/>
                <a:gd name="T83" fmla="*/ 419 h 1255"/>
                <a:gd name="T84" fmla="*/ 1260 w 1261"/>
                <a:gd name="T85" fmla="*/ 342 h 1255"/>
                <a:gd name="T86" fmla="*/ 1259 w 1261"/>
                <a:gd name="T87" fmla="*/ 322 h 1255"/>
                <a:gd name="T88" fmla="*/ 1259 w 1261"/>
                <a:gd name="T89" fmla="*/ 322 h 1255"/>
                <a:gd name="T90" fmla="*/ 1259 w 1261"/>
                <a:gd name="T91" fmla="*/ 322 h 1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61" h="1255">
                  <a:moveTo>
                    <a:pt x="1259" y="322"/>
                  </a:moveTo>
                  <a:cubicBezTo>
                    <a:pt x="1256" y="317"/>
                    <a:pt x="1255" y="311"/>
                    <a:pt x="1254" y="304"/>
                  </a:cubicBezTo>
                  <a:cubicBezTo>
                    <a:pt x="1250" y="287"/>
                    <a:pt x="1246" y="268"/>
                    <a:pt x="1238" y="249"/>
                  </a:cubicBezTo>
                  <a:cubicBezTo>
                    <a:pt x="1190" y="140"/>
                    <a:pt x="1110" y="62"/>
                    <a:pt x="1002" y="18"/>
                  </a:cubicBezTo>
                  <a:cubicBezTo>
                    <a:pt x="979" y="9"/>
                    <a:pt x="955" y="6"/>
                    <a:pt x="935" y="3"/>
                  </a:cubicBezTo>
                  <a:cubicBezTo>
                    <a:pt x="930" y="3"/>
                    <a:pt x="930" y="3"/>
                    <a:pt x="930" y="3"/>
                  </a:cubicBezTo>
                  <a:cubicBezTo>
                    <a:pt x="906" y="0"/>
                    <a:pt x="871" y="3"/>
                    <a:pt x="838" y="37"/>
                  </a:cubicBezTo>
                  <a:cubicBezTo>
                    <a:pt x="698" y="177"/>
                    <a:pt x="555" y="320"/>
                    <a:pt x="418" y="458"/>
                  </a:cubicBezTo>
                  <a:cubicBezTo>
                    <a:pt x="316" y="558"/>
                    <a:pt x="316" y="558"/>
                    <a:pt x="316" y="558"/>
                  </a:cubicBezTo>
                  <a:cubicBezTo>
                    <a:pt x="271" y="604"/>
                    <a:pt x="271" y="604"/>
                    <a:pt x="271" y="604"/>
                  </a:cubicBezTo>
                  <a:cubicBezTo>
                    <a:pt x="267" y="608"/>
                    <a:pt x="258" y="617"/>
                    <a:pt x="233" y="642"/>
                  </a:cubicBezTo>
                  <a:cubicBezTo>
                    <a:pt x="211" y="665"/>
                    <a:pt x="211" y="701"/>
                    <a:pt x="234" y="724"/>
                  </a:cubicBezTo>
                  <a:cubicBezTo>
                    <a:pt x="257" y="746"/>
                    <a:pt x="293" y="746"/>
                    <a:pt x="315" y="723"/>
                  </a:cubicBezTo>
                  <a:cubicBezTo>
                    <a:pt x="341" y="698"/>
                    <a:pt x="349" y="689"/>
                    <a:pt x="354" y="684"/>
                  </a:cubicBezTo>
                  <a:cubicBezTo>
                    <a:pt x="361" y="677"/>
                    <a:pt x="361" y="677"/>
                    <a:pt x="361" y="677"/>
                  </a:cubicBezTo>
                  <a:cubicBezTo>
                    <a:pt x="398" y="640"/>
                    <a:pt x="398" y="640"/>
                    <a:pt x="398" y="640"/>
                  </a:cubicBezTo>
                  <a:cubicBezTo>
                    <a:pt x="499" y="539"/>
                    <a:pt x="499" y="539"/>
                    <a:pt x="499" y="539"/>
                  </a:cubicBezTo>
                  <a:cubicBezTo>
                    <a:pt x="637" y="401"/>
                    <a:pt x="779" y="258"/>
                    <a:pt x="920" y="118"/>
                  </a:cubicBezTo>
                  <a:cubicBezTo>
                    <a:pt x="920" y="117"/>
                    <a:pt x="920" y="117"/>
                    <a:pt x="920" y="117"/>
                  </a:cubicBezTo>
                  <a:cubicBezTo>
                    <a:pt x="921" y="117"/>
                    <a:pt x="921" y="117"/>
                    <a:pt x="921" y="117"/>
                  </a:cubicBezTo>
                  <a:cubicBezTo>
                    <a:pt x="936" y="119"/>
                    <a:pt x="950" y="121"/>
                    <a:pt x="959" y="125"/>
                  </a:cubicBezTo>
                  <a:cubicBezTo>
                    <a:pt x="1040" y="157"/>
                    <a:pt x="1097" y="213"/>
                    <a:pt x="1133" y="295"/>
                  </a:cubicBezTo>
                  <a:cubicBezTo>
                    <a:pt x="1136" y="304"/>
                    <a:pt x="1139" y="315"/>
                    <a:pt x="1141" y="328"/>
                  </a:cubicBezTo>
                  <a:cubicBezTo>
                    <a:pt x="1142" y="331"/>
                    <a:pt x="1143" y="334"/>
                    <a:pt x="1143" y="337"/>
                  </a:cubicBezTo>
                  <a:cubicBezTo>
                    <a:pt x="1142" y="338"/>
                    <a:pt x="1142" y="338"/>
                    <a:pt x="1142" y="338"/>
                  </a:cubicBezTo>
                  <a:cubicBezTo>
                    <a:pt x="912" y="568"/>
                    <a:pt x="672" y="808"/>
                    <a:pt x="409" y="1071"/>
                  </a:cubicBezTo>
                  <a:cubicBezTo>
                    <a:pt x="407" y="1073"/>
                    <a:pt x="407" y="1073"/>
                    <a:pt x="405" y="1073"/>
                  </a:cubicBezTo>
                  <a:cubicBezTo>
                    <a:pt x="317" y="1092"/>
                    <a:pt x="227" y="1111"/>
                    <a:pt x="141" y="1129"/>
                  </a:cubicBezTo>
                  <a:cubicBezTo>
                    <a:pt x="127" y="1132"/>
                    <a:pt x="127" y="1132"/>
                    <a:pt x="127" y="1132"/>
                  </a:cubicBezTo>
                  <a:cubicBezTo>
                    <a:pt x="130" y="1120"/>
                    <a:pt x="130" y="1120"/>
                    <a:pt x="130" y="1120"/>
                  </a:cubicBezTo>
                  <a:cubicBezTo>
                    <a:pt x="148" y="1032"/>
                    <a:pt x="167" y="941"/>
                    <a:pt x="187" y="852"/>
                  </a:cubicBezTo>
                  <a:cubicBezTo>
                    <a:pt x="194" y="821"/>
                    <a:pt x="174" y="790"/>
                    <a:pt x="143" y="783"/>
                  </a:cubicBezTo>
                  <a:cubicBezTo>
                    <a:pt x="112" y="777"/>
                    <a:pt x="81" y="796"/>
                    <a:pt x="75" y="827"/>
                  </a:cubicBezTo>
                  <a:cubicBezTo>
                    <a:pt x="55" y="917"/>
                    <a:pt x="36" y="1008"/>
                    <a:pt x="17" y="1096"/>
                  </a:cubicBezTo>
                  <a:cubicBezTo>
                    <a:pt x="7" y="1146"/>
                    <a:pt x="7" y="1146"/>
                    <a:pt x="7" y="1146"/>
                  </a:cubicBezTo>
                  <a:cubicBezTo>
                    <a:pt x="0" y="1177"/>
                    <a:pt x="9" y="1208"/>
                    <a:pt x="30" y="1229"/>
                  </a:cubicBezTo>
                  <a:cubicBezTo>
                    <a:pt x="47" y="1246"/>
                    <a:pt x="69" y="1255"/>
                    <a:pt x="93" y="1255"/>
                  </a:cubicBezTo>
                  <a:cubicBezTo>
                    <a:pt x="100" y="1255"/>
                    <a:pt x="107" y="1254"/>
                    <a:pt x="113" y="1252"/>
                  </a:cubicBezTo>
                  <a:cubicBezTo>
                    <a:pt x="165" y="1242"/>
                    <a:pt x="165" y="1242"/>
                    <a:pt x="165" y="1242"/>
                  </a:cubicBezTo>
                  <a:cubicBezTo>
                    <a:pt x="252" y="1223"/>
                    <a:pt x="341" y="1204"/>
                    <a:pt x="429" y="1186"/>
                  </a:cubicBezTo>
                  <a:cubicBezTo>
                    <a:pt x="454" y="1181"/>
                    <a:pt x="474" y="1170"/>
                    <a:pt x="491" y="1153"/>
                  </a:cubicBezTo>
                  <a:cubicBezTo>
                    <a:pt x="754" y="889"/>
                    <a:pt x="994" y="649"/>
                    <a:pt x="1224" y="419"/>
                  </a:cubicBezTo>
                  <a:cubicBezTo>
                    <a:pt x="1245" y="398"/>
                    <a:pt x="1257" y="372"/>
                    <a:pt x="1260" y="342"/>
                  </a:cubicBezTo>
                  <a:cubicBezTo>
                    <a:pt x="1261" y="335"/>
                    <a:pt x="1260" y="329"/>
                    <a:pt x="1259" y="322"/>
                  </a:cubicBezTo>
                  <a:close/>
                  <a:moveTo>
                    <a:pt x="1259" y="322"/>
                  </a:moveTo>
                  <a:cubicBezTo>
                    <a:pt x="1259" y="322"/>
                    <a:pt x="1259" y="322"/>
                    <a:pt x="1259" y="32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d-ID">
                <a:cs typeface="+mn-ea"/>
                <a:sym typeface="+mn-lt"/>
              </a:endParaRPr>
            </a:p>
          </p:txBody>
        </p:sp>
        <p:sp>
          <p:nvSpPr>
            <p:cNvPr id="16" name="Freeform 62"/>
            <p:cNvSpPr>
              <a:spLocks noEditPoints="1"/>
            </p:cNvSpPr>
            <p:nvPr/>
          </p:nvSpPr>
          <p:spPr bwMode="auto">
            <a:xfrm>
              <a:off x="5221288" y="365125"/>
              <a:ext cx="1676400" cy="1677988"/>
            </a:xfrm>
            <a:custGeom>
              <a:avLst/>
              <a:gdLst>
                <a:gd name="T0" fmla="*/ 1241 w 1298"/>
                <a:gd name="T1" fmla="*/ 579 h 1298"/>
                <a:gd name="T2" fmla="*/ 1183 w 1298"/>
                <a:gd name="T3" fmla="*/ 637 h 1298"/>
                <a:gd name="T4" fmla="*/ 1183 w 1298"/>
                <a:gd name="T5" fmla="*/ 1158 h 1298"/>
                <a:gd name="T6" fmla="*/ 1158 w 1298"/>
                <a:gd name="T7" fmla="*/ 1183 h 1298"/>
                <a:gd name="T8" fmla="*/ 140 w 1298"/>
                <a:gd name="T9" fmla="*/ 1183 h 1298"/>
                <a:gd name="T10" fmla="*/ 115 w 1298"/>
                <a:gd name="T11" fmla="*/ 1158 h 1298"/>
                <a:gd name="T12" fmla="*/ 115 w 1298"/>
                <a:gd name="T13" fmla="*/ 140 h 1298"/>
                <a:gd name="T14" fmla="*/ 140 w 1298"/>
                <a:gd name="T15" fmla="*/ 115 h 1298"/>
                <a:gd name="T16" fmla="*/ 683 w 1298"/>
                <a:gd name="T17" fmla="*/ 115 h 1298"/>
                <a:gd name="T18" fmla="*/ 741 w 1298"/>
                <a:gd name="T19" fmla="*/ 57 h 1298"/>
                <a:gd name="T20" fmla="*/ 683 w 1298"/>
                <a:gd name="T21" fmla="*/ 0 h 1298"/>
                <a:gd name="T22" fmla="*/ 140 w 1298"/>
                <a:gd name="T23" fmla="*/ 0 h 1298"/>
                <a:gd name="T24" fmla="*/ 0 w 1298"/>
                <a:gd name="T25" fmla="*/ 140 h 1298"/>
                <a:gd name="T26" fmla="*/ 0 w 1298"/>
                <a:gd name="T27" fmla="*/ 1158 h 1298"/>
                <a:gd name="T28" fmla="*/ 140 w 1298"/>
                <a:gd name="T29" fmla="*/ 1298 h 1298"/>
                <a:gd name="T30" fmla="*/ 1158 w 1298"/>
                <a:gd name="T31" fmla="*/ 1298 h 1298"/>
                <a:gd name="T32" fmla="*/ 1298 w 1298"/>
                <a:gd name="T33" fmla="*/ 1158 h 1298"/>
                <a:gd name="T34" fmla="*/ 1298 w 1298"/>
                <a:gd name="T35" fmla="*/ 637 h 1298"/>
                <a:gd name="T36" fmla="*/ 1241 w 1298"/>
                <a:gd name="T37" fmla="*/ 579 h 1298"/>
                <a:gd name="T38" fmla="*/ 1241 w 1298"/>
                <a:gd name="T39" fmla="*/ 579 h 1298"/>
                <a:gd name="T40" fmla="*/ 1241 w 1298"/>
                <a:gd name="T41" fmla="*/ 579 h 1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98" h="1298">
                  <a:moveTo>
                    <a:pt x="1241" y="579"/>
                  </a:moveTo>
                  <a:cubicBezTo>
                    <a:pt x="1209" y="579"/>
                    <a:pt x="1183" y="605"/>
                    <a:pt x="1183" y="637"/>
                  </a:cubicBezTo>
                  <a:cubicBezTo>
                    <a:pt x="1183" y="1158"/>
                    <a:pt x="1183" y="1158"/>
                    <a:pt x="1183" y="1158"/>
                  </a:cubicBezTo>
                  <a:cubicBezTo>
                    <a:pt x="1183" y="1172"/>
                    <a:pt x="1172" y="1183"/>
                    <a:pt x="1158" y="1183"/>
                  </a:cubicBezTo>
                  <a:cubicBezTo>
                    <a:pt x="140" y="1183"/>
                    <a:pt x="140" y="1183"/>
                    <a:pt x="140" y="1183"/>
                  </a:cubicBezTo>
                  <a:cubicBezTo>
                    <a:pt x="126" y="1183"/>
                    <a:pt x="115" y="1172"/>
                    <a:pt x="115" y="1158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5" y="126"/>
                    <a:pt x="126" y="115"/>
                    <a:pt x="140" y="115"/>
                  </a:cubicBezTo>
                  <a:cubicBezTo>
                    <a:pt x="683" y="115"/>
                    <a:pt x="683" y="115"/>
                    <a:pt x="683" y="115"/>
                  </a:cubicBezTo>
                  <a:cubicBezTo>
                    <a:pt x="715" y="115"/>
                    <a:pt x="741" y="89"/>
                    <a:pt x="741" y="57"/>
                  </a:cubicBezTo>
                  <a:cubicBezTo>
                    <a:pt x="741" y="26"/>
                    <a:pt x="715" y="0"/>
                    <a:pt x="683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63" y="0"/>
                    <a:pt x="0" y="63"/>
                    <a:pt x="0" y="140"/>
                  </a:cubicBezTo>
                  <a:cubicBezTo>
                    <a:pt x="0" y="1158"/>
                    <a:pt x="0" y="1158"/>
                    <a:pt x="0" y="1158"/>
                  </a:cubicBezTo>
                  <a:cubicBezTo>
                    <a:pt x="0" y="1235"/>
                    <a:pt x="63" y="1298"/>
                    <a:pt x="140" y="1298"/>
                  </a:cubicBezTo>
                  <a:cubicBezTo>
                    <a:pt x="1158" y="1298"/>
                    <a:pt x="1158" y="1298"/>
                    <a:pt x="1158" y="1298"/>
                  </a:cubicBezTo>
                  <a:cubicBezTo>
                    <a:pt x="1235" y="1298"/>
                    <a:pt x="1298" y="1235"/>
                    <a:pt x="1298" y="1158"/>
                  </a:cubicBezTo>
                  <a:cubicBezTo>
                    <a:pt x="1298" y="637"/>
                    <a:pt x="1298" y="637"/>
                    <a:pt x="1298" y="637"/>
                  </a:cubicBezTo>
                  <a:cubicBezTo>
                    <a:pt x="1298" y="605"/>
                    <a:pt x="1272" y="579"/>
                    <a:pt x="1241" y="579"/>
                  </a:cubicBezTo>
                  <a:close/>
                  <a:moveTo>
                    <a:pt x="1241" y="579"/>
                  </a:moveTo>
                  <a:cubicBezTo>
                    <a:pt x="1241" y="579"/>
                    <a:pt x="1241" y="579"/>
                    <a:pt x="1241" y="57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d-ID">
                <a:cs typeface="+mn-ea"/>
                <a:sym typeface="+mn-lt"/>
              </a:endParaRPr>
            </a:p>
          </p:txBody>
        </p:sp>
      </p:grpSp>
      <p:grpSp>
        <p:nvGrpSpPr>
          <p:cNvPr id="6" name="Group 29"/>
          <p:cNvGrpSpPr/>
          <p:nvPr/>
        </p:nvGrpSpPr>
        <p:grpSpPr>
          <a:xfrm>
            <a:off x="9144896" y="2328121"/>
            <a:ext cx="522430" cy="569994"/>
            <a:chOff x="10045700" y="4910138"/>
            <a:chExt cx="2144713" cy="2339976"/>
          </a:xfrm>
          <a:solidFill>
            <a:schemeClr val="accent1"/>
          </a:solidFill>
        </p:grpSpPr>
        <p:sp>
          <p:nvSpPr>
            <p:cNvPr id="8" name="Freeform 26"/>
            <p:cNvSpPr>
              <a:spLocks noEditPoints="1"/>
            </p:cNvSpPr>
            <p:nvPr/>
          </p:nvSpPr>
          <p:spPr bwMode="auto">
            <a:xfrm>
              <a:off x="10045700" y="4910138"/>
              <a:ext cx="1674813" cy="2054225"/>
            </a:xfrm>
            <a:custGeom>
              <a:avLst/>
              <a:gdLst>
                <a:gd name="T0" fmla="*/ 943 w 1127"/>
                <a:gd name="T1" fmla="*/ 66 h 1380"/>
                <a:gd name="T2" fmla="*/ 564 w 1127"/>
                <a:gd name="T3" fmla="*/ 0 h 1380"/>
                <a:gd name="T4" fmla="*/ 184 w 1127"/>
                <a:gd name="T5" fmla="*/ 66 h 1380"/>
                <a:gd name="T6" fmla="*/ 0 w 1127"/>
                <a:gd name="T7" fmla="*/ 268 h 1380"/>
                <a:gd name="T8" fmla="*/ 0 w 1127"/>
                <a:gd name="T9" fmla="*/ 1113 h 1380"/>
                <a:gd name="T10" fmla="*/ 183 w 1127"/>
                <a:gd name="T11" fmla="*/ 1315 h 1380"/>
                <a:gd name="T12" fmla="*/ 563 w 1127"/>
                <a:gd name="T13" fmla="*/ 1380 h 1380"/>
                <a:gd name="T14" fmla="*/ 621 w 1127"/>
                <a:gd name="T15" fmla="*/ 1323 h 1380"/>
                <a:gd name="T16" fmla="*/ 563 w 1127"/>
                <a:gd name="T17" fmla="*/ 1265 h 1380"/>
                <a:gd name="T18" fmla="*/ 228 w 1127"/>
                <a:gd name="T19" fmla="*/ 1208 h 1380"/>
                <a:gd name="T20" fmla="*/ 115 w 1127"/>
                <a:gd name="T21" fmla="*/ 1112 h 1380"/>
                <a:gd name="T22" fmla="*/ 115 w 1127"/>
                <a:gd name="T23" fmla="*/ 998 h 1380"/>
                <a:gd name="T24" fmla="*/ 177 w 1127"/>
                <a:gd name="T25" fmla="*/ 1030 h 1380"/>
                <a:gd name="T26" fmla="*/ 544 w 1127"/>
                <a:gd name="T27" fmla="*/ 1099 h 1380"/>
                <a:gd name="T28" fmla="*/ 564 w 1127"/>
                <a:gd name="T29" fmla="*/ 1099 h 1380"/>
                <a:gd name="T30" fmla="*/ 621 w 1127"/>
                <a:gd name="T31" fmla="*/ 1041 h 1380"/>
                <a:gd name="T32" fmla="*/ 564 w 1127"/>
                <a:gd name="T33" fmla="*/ 983 h 1380"/>
                <a:gd name="T34" fmla="*/ 546 w 1127"/>
                <a:gd name="T35" fmla="*/ 983 h 1380"/>
                <a:gd name="T36" fmla="*/ 222 w 1127"/>
                <a:gd name="T37" fmla="*/ 924 h 1380"/>
                <a:gd name="T38" fmla="*/ 115 w 1127"/>
                <a:gd name="T39" fmla="*/ 831 h 1380"/>
                <a:gd name="T40" fmla="*/ 115 w 1127"/>
                <a:gd name="T41" fmla="*/ 717 h 1380"/>
                <a:gd name="T42" fmla="*/ 184 w 1127"/>
                <a:gd name="T43" fmla="*/ 751 h 1380"/>
                <a:gd name="T44" fmla="*/ 564 w 1127"/>
                <a:gd name="T45" fmla="*/ 817 h 1380"/>
                <a:gd name="T46" fmla="*/ 943 w 1127"/>
                <a:gd name="T47" fmla="*/ 751 h 1380"/>
                <a:gd name="T48" fmla="*/ 1127 w 1127"/>
                <a:gd name="T49" fmla="*/ 549 h 1380"/>
                <a:gd name="T50" fmla="*/ 1127 w 1127"/>
                <a:gd name="T51" fmla="*/ 268 h 1380"/>
                <a:gd name="T52" fmla="*/ 943 w 1127"/>
                <a:gd name="T53" fmla="*/ 66 h 1380"/>
                <a:gd name="T54" fmla="*/ 340 w 1127"/>
                <a:gd name="T55" fmla="*/ 516 h 1380"/>
                <a:gd name="T56" fmla="*/ 563 w 1127"/>
                <a:gd name="T57" fmla="*/ 536 h 1380"/>
                <a:gd name="T58" fmla="*/ 943 w 1127"/>
                <a:gd name="T59" fmla="*/ 470 h 1380"/>
                <a:gd name="T60" fmla="*/ 1012 w 1127"/>
                <a:gd name="T61" fmla="*/ 436 h 1380"/>
                <a:gd name="T62" fmla="*/ 1012 w 1127"/>
                <a:gd name="T63" fmla="*/ 549 h 1380"/>
                <a:gd name="T64" fmla="*/ 899 w 1127"/>
                <a:gd name="T65" fmla="*/ 645 h 1380"/>
                <a:gd name="T66" fmla="*/ 563 w 1127"/>
                <a:gd name="T67" fmla="*/ 702 h 1380"/>
                <a:gd name="T68" fmla="*/ 228 w 1127"/>
                <a:gd name="T69" fmla="*/ 645 h 1380"/>
                <a:gd name="T70" fmla="*/ 115 w 1127"/>
                <a:gd name="T71" fmla="*/ 549 h 1380"/>
                <a:gd name="T72" fmla="*/ 115 w 1127"/>
                <a:gd name="T73" fmla="*/ 268 h 1380"/>
                <a:gd name="T74" fmla="*/ 228 w 1127"/>
                <a:gd name="T75" fmla="*/ 172 h 1380"/>
                <a:gd name="T76" fmla="*/ 563 w 1127"/>
                <a:gd name="T77" fmla="*/ 115 h 1380"/>
                <a:gd name="T78" fmla="*/ 899 w 1127"/>
                <a:gd name="T79" fmla="*/ 172 h 1380"/>
                <a:gd name="T80" fmla="*/ 1012 w 1127"/>
                <a:gd name="T81" fmla="*/ 268 h 1380"/>
                <a:gd name="T82" fmla="*/ 899 w 1127"/>
                <a:gd name="T83" fmla="*/ 364 h 1380"/>
                <a:gd name="T84" fmla="*/ 563 w 1127"/>
                <a:gd name="T85" fmla="*/ 421 h 1380"/>
                <a:gd name="T86" fmla="*/ 362 w 1127"/>
                <a:gd name="T87" fmla="*/ 403 h 1380"/>
                <a:gd name="T88" fmla="*/ 294 w 1127"/>
                <a:gd name="T89" fmla="*/ 448 h 1380"/>
                <a:gd name="T90" fmla="*/ 340 w 1127"/>
                <a:gd name="T91" fmla="*/ 516 h 1380"/>
                <a:gd name="T92" fmla="*/ 340 w 1127"/>
                <a:gd name="T93" fmla="*/ 516 h 1380"/>
                <a:gd name="T94" fmla="*/ 340 w 1127"/>
                <a:gd name="T95" fmla="*/ 516 h 1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127" h="1380">
                  <a:moveTo>
                    <a:pt x="943" y="66"/>
                  </a:moveTo>
                  <a:cubicBezTo>
                    <a:pt x="841" y="23"/>
                    <a:pt x="706" y="0"/>
                    <a:pt x="564" y="0"/>
                  </a:cubicBezTo>
                  <a:cubicBezTo>
                    <a:pt x="421" y="0"/>
                    <a:pt x="286" y="23"/>
                    <a:pt x="184" y="66"/>
                  </a:cubicBezTo>
                  <a:cubicBezTo>
                    <a:pt x="65" y="115"/>
                    <a:pt x="0" y="187"/>
                    <a:pt x="0" y="268"/>
                  </a:cubicBezTo>
                  <a:cubicBezTo>
                    <a:pt x="0" y="1113"/>
                    <a:pt x="0" y="1113"/>
                    <a:pt x="0" y="1113"/>
                  </a:cubicBezTo>
                  <a:cubicBezTo>
                    <a:pt x="0" y="1194"/>
                    <a:pt x="65" y="1265"/>
                    <a:pt x="183" y="1315"/>
                  </a:cubicBezTo>
                  <a:cubicBezTo>
                    <a:pt x="286" y="1357"/>
                    <a:pt x="421" y="1380"/>
                    <a:pt x="563" y="1380"/>
                  </a:cubicBezTo>
                  <a:cubicBezTo>
                    <a:pt x="595" y="1380"/>
                    <a:pt x="621" y="1355"/>
                    <a:pt x="621" y="1323"/>
                  </a:cubicBezTo>
                  <a:cubicBezTo>
                    <a:pt x="621" y="1291"/>
                    <a:pt x="595" y="1265"/>
                    <a:pt x="563" y="1265"/>
                  </a:cubicBezTo>
                  <a:cubicBezTo>
                    <a:pt x="436" y="1265"/>
                    <a:pt x="316" y="1245"/>
                    <a:pt x="228" y="1208"/>
                  </a:cubicBezTo>
                  <a:cubicBezTo>
                    <a:pt x="159" y="1180"/>
                    <a:pt x="115" y="1142"/>
                    <a:pt x="115" y="1112"/>
                  </a:cubicBezTo>
                  <a:cubicBezTo>
                    <a:pt x="115" y="998"/>
                    <a:pt x="115" y="998"/>
                    <a:pt x="115" y="998"/>
                  </a:cubicBezTo>
                  <a:cubicBezTo>
                    <a:pt x="133" y="1009"/>
                    <a:pt x="154" y="1020"/>
                    <a:pt x="177" y="1030"/>
                  </a:cubicBezTo>
                  <a:cubicBezTo>
                    <a:pt x="275" y="1072"/>
                    <a:pt x="405" y="1096"/>
                    <a:pt x="544" y="1099"/>
                  </a:cubicBezTo>
                  <a:cubicBezTo>
                    <a:pt x="564" y="1099"/>
                    <a:pt x="564" y="1099"/>
                    <a:pt x="564" y="1099"/>
                  </a:cubicBezTo>
                  <a:cubicBezTo>
                    <a:pt x="595" y="1099"/>
                    <a:pt x="621" y="1073"/>
                    <a:pt x="621" y="1041"/>
                  </a:cubicBezTo>
                  <a:cubicBezTo>
                    <a:pt x="621" y="1009"/>
                    <a:pt x="595" y="983"/>
                    <a:pt x="564" y="983"/>
                  </a:cubicBezTo>
                  <a:cubicBezTo>
                    <a:pt x="546" y="983"/>
                    <a:pt x="546" y="983"/>
                    <a:pt x="546" y="983"/>
                  </a:cubicBezTo>
                  <a:cubicBezTo>
                    <a:pt x="422" y="981"/>
                    <a:pt x="307" y="960"/>
                    <a:pt x="222" y="924"/>
                  </a:cubicBezTo>
                  <a:cubicBezTo>
                    <a:pt x="157" y="896"/>
                    <a:pt x="115" y="859"/>
                    <a:pt x="115" y="831"/>
                  </a:cubicBezTo>
                  <a:cubicBezTo>
                    <a:pt x="115" y="717"/>
                    <a:pt x="115" y="717"/>
                    <a:pt x="115" y="717"/>
                  </a:cubicBezTo>
                  <a:cubicBezTo>
                    <a:pt x="136" y="729"/>
                    <a:pt x="158" y="741"/>
                    <a:pt x="184" y="751"/>
                  </a:cubicBezTo>
                  <a:cubicBezTo>
                    <a:pt x="286" y="794"/>
                    <a:pt x="421" y="817"/>
                    <a:pt x="564" y="817"/>
                  </a:cubicBezTo>
                  <a:cubicBezTo>
                    <a:pt x="706" y="817"/>
                    <a:pt x="841" y="794"/>
                    <a:pt x="943" y="751"/>
                  </a:cubicBezTo>
                  <a:cubicBezTo>
                    <a:pt x="1062" y="702"/>
                    <a:pt x="1127" y="630"/>
                    <a:pt x="1127" y="549"/>
                  </a:cubicBezTo>
                  <a:cubicBezTo>
                    <a:pt x="1127" y="268"/>
                    <a:pt x="1127" y="268"/>
                    <a:pt x="1127" y="268"/>
                  </a:cubicBezTo>
                  <a:cubicBezTo>
                    <a:pt x="1127" y="187"/>
                    <a:pt x="1062" y="115"/>
                    <a:pt x="943" y="66"/>
                  </a:cubicBezTo>
                  <a:close/>
                  <a:moveTo>
                    <a:pt x="340" y="516"/>
                  </a:moveTo>
                  <a:cubicBezTo>
                    <a:pt x="411" y="529"/>
                    <a:pt x="485" y="536"/>
                    <a:pt x="563" y="536"/>
                  </a:cubicBezTo>
                  <a:cubicBezTo>
                    <a:pt x="706" y="536"/>
                    <a:pt x="841" y="513"/>
                    <a:pt x="943" y="470"/>
                  </a:cubicBezTo>
                  <a:cubicBezTo>
                    <a:pt x="968" y="460"/>
                    <a:pt x="991" y="448"/>
                    <a:pt x="1012" y="436"/>
                  </a:cubicBezTo>
                  <a:cubicBezTo>
                    <a:pt x="1012" y="549"/>
                    <a:pt x="1012" y="549"/>
                    <a:pt x="1012" y="549"/>
                  </a:cubicBezTo>
                  <a:cubicBezTo>
                    <a:pt x="1012" y="579"/>
                    <a:pt x="967" y="617"/>
                    <a:pt x="899" y="645"/>
                  </a:cubicBezTo>
                  <a:cubicBezTo>
                    <a:pt x="810" y="682"/>
                    <a:pt x="691" y="702"/>
                    <a:pt x="563" y="702"/>
                  </a:cubicBezTo>
                  <a:cubicBezTo>
                    <a:pt x="436" y="702"/>
                    <a:pt x="316" y="682"/>
                    <a:pt x="228" y="645"/>
                  </a:cubicBezTo>
                  <a:cubicBezTo>
                    <a:pt x="159" y="617"/>
                    <a:pt x="115" y="579"/>
                    <a:pt x="115" y="549"/>
                  </a:cubicBezTo>
                  <a:cubicBezTo>
                    <a:pt x="115" y="268"/>
                    <a:pt x="115" y="268"/>
                    <a:pt x="115" y="268"/>
                  </a:cubicBezTo>
                  <a:cubicBezTo>
                    <a:pt x="115" y="238"/>
                    <a:pt x="159" y="201"/>
                    <a:pt x="228" y="172"/>
                  </a:cubicBezTo>
                  <a:cubicBezTo>
                    <a:pt x="316" y="135"/>
                    <a:pt x="436" y="115"/>
                    <a:pt x="563" y="115"/>
                  </a:cubicBezTo>
                  <a:cubicBezTo>
                    <a:pt x="691" y="115"/>
                    <a:pt x="810" y="135"/>
                    <a:pt x="899" y="172"/>
                  </a:cubicBezTo>
                  <a:cubicBezTo>
                    <a:pt x="967" y="201"/>
                    <a:pt x="1012" y="238"/>
                    <a:pt x="1012" y="268"/>
                  </a:cubicBezTo>
                  <a:cubicBezTo>
                    <a:pt x="1012" y="298"/>
                    <a:pt x="967" y="335"/>
                    <a:pt x="899" y="364"/>
                  </a:cubicBezTo>
                  <a:cubicBezTo>
                    <a:pt x="810" y="400"/>
                    <a:pt x="691" y="421"/>
                    <a:pt x="563" y="421"/>
                  </a:cubicBezTo>
                  <a:cubicBezTo>
                    <a:pt x="493" y="421"/>
                    <a:pt x="425" y="415"/>
                    <a:pt x="362" y="403"/>
                  </a:cubicBezTo>
                  <a:cubicBezTo>
                    <a:pt x="331" y="396"/>
                    <a:pt x="300" y="417"/>
                    <a:pt x="294" y="448"/>
                  </a:cubicBezTo>
                  <a:cubicBezTo>
                    <a:pt x="288" y="480"/>
                    <a:pt x="309" y="510"/>
                    <a:pt x="340" y="516"/>
                  </a:cubicBezTo>
                  <a:close/>
                  <a:moveTo>
                    <a:pt x="340" y="516"/>
                  </a:moveTo>
                  <a:cubicBezTo>
                    <a:pt x="340" y="516"/>
                    <a:pt x="340" y="516"/>
                    <a:pt x="340" y="51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d-ID">
                <a:cs typeface="+mn-ea"/>
                <a:sym typeface="+mn-lt"/>
              </a:endParaRPr>
            </a:p>
          </p:txBody>
        </p:sp>
        <p:sp>
          <p:nvSpPr>
            <p:cNvPr id="14" name="Freeform 27"/>
            <p:cNvSpPr>
              <a:spLocks noEditPoints="1"/>
            </p:cNvSpPr>
            <p:nvPr/>
          </p:nvSpPr>
          <p:spPr bwMode="auto">
            <a:xfrm>
              <a:off x="11082338" y="6140451"/>
              <a:ext cx="1108075" cy="1109663"/>
            </a:xfrm>
            <a:custGeom>
              <a:avLst/>
              <a:gdLst>
                <a:gd name="T0" fmla="*/ 619 w 746"/>
                <a:gd name="T1" fmla="*/ 92 h 745"/>
                <a:gd name="T2" fmla="*/ 537 w 746"/>
                <a:gd name="T3" fmla="*/ 97 h 745"/>
                <a:gd name="T4" fmla="*/ 542 w 746"/>
                <a:gd name="T5" fmla="*/ 179 h 745"/>
                <a:gd name="T6" fmla="*/ 630 w 746"/>
                <a:gd name="T7" fmla="*/ 372 h 745"/>
                <a:gd name="T8" fmla="*/ 372 w 746"/>
                <a:gd name="T9" fmla="*/ 630 h 745"/>
                <a:gd name="T10" fmla="*/ 115 w 746"/>
                <a:gd name="T11" fmla="*/ 372 h 745"/>
                <a:gd name="T12" fmla="*/ 315 w 746"/>
                <a:gd name="T13" fmla="*/ 121 h 745"/>
                <a:gd name="T14" fmla="*/ 315 w 746"/>
                <a:gd name="T15" fmla="*/ 364 h 745"/>
                <a:gd name="T16" fmla="*/ 296 w 746"/>
                <a:gd name="T17" fmla="*/ 346 h 745"/>
                <a:gd name="T18" fmla="*/ 214 w 746"/>
                <a:gd name="T19" fmla="*/ 350 h 745"/>
                <a:gd name="T20" fmla="*/ 218 w 746"/>
                <a:gd name="T21" fmla="*/ 431 h 745"/>
                <a:gd name="T22" fmla="*/ 334 w 746"/>
                <a:gd name="T23" fmla="*/ 537 h 745"/>
                <a:gd name="T24" fmla="*/ 373 w 746"/>
                <a:gd name="T25" fmla="*/ 552 h 745"/>
                <a:gd name="T26" fmla="*/ 411 w 746"/>
                <a:gd name="T27" fmla="*/ 537 h 745"/>
                <a:gd name="T28" fmla="*/ 527 w 746"/>
                <a:gd name="T29" fmla="*/ 431 h 745"/>
                <a:gd name="T30" fmla="*/ 531 w 746"/>
                <a:gd name="T31" fmla="*/ 350 h 745"/>
                <a:gd name="T32" fmla="*/ 450 w 746"/>
                <a:gd name="T33" fmla="*/ 346 h 745"/>
                <a:gd name="T34" fmla="*/ 431 w 746"/>
                <a:gd name="T35" fmla="*/ 364 h 745"/>
                <a:gd name="T36" fmla="*/ 431 w 746"/>
                <a:gd name="T37" fmla="*/ 57 h 745"/>
                <a:gd name="T38" fmla="*/ 373 w 746"/>
                <a:gd name="T39" fmla="*/ 0 h 745"/>
                <a:gd name="T40" fmla="*/ 0 w 746"/>
                <a:gd name="T41" fmla="*/ 372 h 745"/>
                <a:gd name="T42" fmla="*/ 373 w 746"/>
                <a:gd name="T43" fmla="*/ 745 h 745"/>
                <a:gd name="T44" fmla="*/ 746 w 746"/>
                <a:gd name="T45" fmla="*/ 372 h 745"/>
                <a:gd name="T46" fmla="*/ 619 w 746"/>
                <a:gd name="T47" fmla="*/ 92 h 745"/>
                <a:gd name="T48" fmla="*/ 619 w 746"/>
                <a:gd name="T49" fmla="*/ 92 h 745"/>
                <a:gd name="T50" fmla="*/ 619 w 746"/>
                <a:gd name="T51" fmla="*/ 92 h 7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46" h="745">
                  <a:moveTo>
                    <a:pt x="619" y="92"/>
                  </a:moveTo>
                  <a:cubicBezTo>
                    <a:pt x="595" y="71"/>
                    <a:pt x="558" y="74"/>
                    <a:pt x="537" y="97"/>
                  </a:cubicBezTo>
                  <a:cubicBezTo>
                    <a:pt x="516" y="121"/>
                    <a:pt x="519" y="158"/>
                    <a:pt x="542" y="179"/>
                  </a:cubicBezTo>
                  <a:cubicBezTo>
                    <a:pt x="598" y="228"/>
                    <a:pt x="630" y="298"/>
                    <a:pt x="630" y="372"/>
                  </a:cubicBezTo>
                  <a:cubicBezTo>
                    <a:pt x="630" y="514"/>
                    <a:pt x="515" y="630"/>
                    <a:pt x="372" y="630"/>
                  </a:cubicBezTo>
                  <a:cubicBezTo>
                    <a:pt x="230" y="630"/>
                    <a:pt x="115" y="514"/>
                    <a:pt x="115" y="372"/>
                  </a:cubicBezTo>
                  <a:cubicBezTo>
                    <a:pt x="115" y="250"/>
                    <a:pt x="201" y="147"/>
                    <a:pt x="315" y="121"/>
                  </a:cubicBezTo>
                  <a:cubicBezTo>
                    <a:pt x="315" y="364"/>
                    <a:pt x="315" y="364"/>
                    <a:pt x="315" y="364"/>
                  </a:cubicBezTo>
                  <a:cubicBezTo>
                    <a:pt x="296" y="346"/>
                    <a:pt x="296" y="346"/>
                    <a:pt x="296" y="346"/>
                  </a:cubicBezTo>
                  <a:cubicBezTo>
                    <a:pt x="272" y="325"/>
                    <a:pt x="236" y="326"/>
                    <a:pt x="214" y="350"/>
                  </a:cubicBezTo>
                  <a:cubicBezTo>
                    <a:pt x="193" y="373"/>
                    <a:pt x="195" y="410"/>
                    <a:pt x="218" y="431"/>
                  </a:cubicBezTo>
                  <a:cubicBezTo>
                    <a:pt x="334" y="537"/>
                    <a:pt x="334" y="537"/>
                    <a:pt x="334" y="537"/>
                  </a:cubicBezTo>
                  <a:cubicBezTo>
                    <a:pt x="345" y="547"/>
                    <a:pt x="359" y="552"/>
                    <a:pt x="373" y="552"/>
                  </a:cubicBezTo>
                  <a:cubicBezTo>
                    <a:pt x="387" y="552"/>
                    <a:pt x="401" y="547"/>
                    <a:pt x="411" y="537"/>
                  </a:cubicBezTo>
                  <a:cubicBezTo>
                    <a:pt x="527" y="431"/>
                    <a:pt x="527" y="431"/>
                    <a:pt x="527" y="431"/>
                  </a:cubicBezTo>
                  <a:cubicBezTo>
                    <a:pt x="551" y="410"/>
                    <a:pt x="553" y="373"/>
                    <a:pt x="531" y="350"/>
                  </a:cubicBezTo>
                  <a:cubicBezTo>
                    <a:pt x="510" y="327"/>
                    <a:pt x="473" y="325"/>
                    <a:pt x="450" y="346"/>
                  </a:cubicBezTo>
                  <a:cubicBezTo>
                    <a:pt x="431" y="364"/>
                    <a:pt x="431" y="364"/>
                    <a:pt x="431" y="364"/>
                  </a:cubicBezTo>
                  <a:cubicBezTo>
                    <a:pt x="431" y="57"/>
                    <a:pt x="431" y="57"/>
                    <a:pt x="431" y="57"/>
                  </a:cubicBezTo>
                  <a:cubicBezTo>
                    <a:pt x="431" y="25"/>
                    <a:pt x="405" y="0"/>
                    <a:pt x="373" y="0"/>
                  </a:cubicBezTo>
                  <a:cubicBezTo>
                    <a:pt x="167" y="0"/>
                    <a:pt x="0" y="167"/>
                    <a:pt x="0" y="372"/>
                  </a:cubicBezTo>
                  <a:cubicBezTo>
                    <a:pt x="0" y="578"/>
                    <a:pt x="168" y="745"/>
                    <a:pt x="373" y="745"/>
                  </a:cubicBezTo>
                  <a:cubicBezTo>
                    <a:pt x="579" y="745"/>
                    <a:pt x="746" y="578"/>
                    <a:pt x="746" y="372"/>
                  </a:cubicBezTo>
                  <a:cubicBezTo>
                    <a:pt x="745" y="265"/>
                    <a:pt x="699" y="163"/>
                    <a:pt x="619" y="92"/>
                  </a:cubicBezTo>
                  <a:close/>
                  <a:moveTo>
                    <a:pt x="619" y="92"/>
                  </a:moveTo>
                  <a:cubicBezTo>
                    <a:pt x="619" y="92"/>
                    <a:pt x="619" y="92"/>
                    <a:pt x="619" y="9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id-ID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id-ID">
                <a:cs typeface="+mn-ea"/>
                <a:sym typeface="+mn-lt"/>
              </a:endParaRPr>
            </a:p>
          </p:txBody>
        </p:sp>
      </p:grpSp>
      <p:sp>
        <p:nvSpPr>
          <p:cNvPr id="19" name="Text Box 10"/>
          <p:cNvSpPr txBox="1">
            <a:spLocks noChangeArrowheads="1"/>
          </p:cNvSpPr>
          <p:nvPr/>
        </p:nvSpPr>
        <p:spPr bwMode="auto">
          <a:xfrm>
            <a:off x="1469923" y="4568741"/>
            <a:ext cx="9252154" cy="113473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</a:t>
            </a:r>
            <a:r>
              <a:rPr lang="zh-CN" altLang="en-US" sz="1200" dirty="0">
                <a:solidFill>
                  <a:srgbClr val="000000"/>
                </a:solidFill>
                <a:cs typeface="+mn-ea"/>
                <a:sym typeface="+mn-lt"/>
              </a:rPr>
              <a:t>。本模板内所有图片及字体仅供参考，请根据您的实际情况进行替换或更改，并根据实际情况编辑文字内容。本模板内所有图片及字体仅供参考，请根据您的实际情况进行替换或更改，并根据实际情况编辑文字内容。本模板内所有图片及字体仅供参考，请根据您的实际情况进行替换或更改，并根据实际情况编辑文字内容。</a:t>
            </a:r>
            <a:endParaRPr lang="zh-CN" altLang="en-US" sz="12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1794077" y="3315126"/>
            <a:ext cx="1995620" cy="8577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794077" y="2997330"/>
            <a:ext cx="1995620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3" name="Text Box 10"/>
          <p:cNvSpPr txBox="1">
            <a:spLocks noChangeArrowheads="1"/>
          </p:cNvSpPr>
          <p:nvPr/>
        </p:nvSpPr>
        <p:spPr bwMode="auto">
          <a:xfrm>
            <a:off x="5098190" y="3315126"/>
            <a:ext cx="1995620" cy="8577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098190" y="2997330"/>
            <a:ext cx="1995620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5" name="Text Box 10"/>
          <p:cNvSpPr txBox="1">
            <a:spLocks noChangeArrowheads="1"/>
          </p:cNvSpPr>
          <p:nvPr/>
        </p:nvSpPr>
        <p:spPr bwMode="auto">
          <a:xfrm>
            <a:off x="8402303" y="3315126"/>
            <a:ext cx="1995620" cy="8577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8402303" y="2997330"/>
            <a:ext cx="1995620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7" name="Footer Text"/>
          <p:cNvSpPr txBox="1"/>
          <p:nvPr/>
        </p:nvSpPr>
        <p:spPr>
          <a:xfrm>
            <a:off x="1343247" y="710205"/>
            <a:ext cx="32956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cs typeface="+mn-ea"/>
                <a:sym typeface="+mn-lt"/>
              </a:rPr>
              <a:t>选题背景与意义</a:t>
            </a:r>
            <a:endParaRPr lang="zh-CN" altLang="en-US" sz="2800" dirty="0">
              <a:cs typeface="+mn-ea"/>
              <a:sym typeface="+mn-lt"/>
            </a:endParaRPr>
          </a:p>
        </p:txBody>
      </p:sp>
      <p:pic>
        <p:nvPicPr>
          <p:cNvPr id="28" name="图片 27" descr="005Rm9jOly4grelek7dmbj30u00u0k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95325" y="601345"/>
            <a:ext cx="6477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785" y="355600"/>
            <a:ext cx="7579995" cy="611187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10950497" y="2"/>
            <a:ext cx="1270457" cy="2291617"/>
            <a:chOff x="10950497" y="2"/>
            <a:chExt cx="1270457" cy="2291617"/>
          </a:xfrm>
        </p:grpSpPr>
        <p:sp>
          <p:nvSpPr>
            <p:cNvPr id="8" name="任意多边形: 形状 7"/>
            <p:cNvSpPr/>
            <p:nvPr/>
          </p:nvSpPr>
          <p:spPr>
            <a:xfrm>
              <a:off x="10950497" y="2"/>
              <a:ext cx="1270457" cy="979178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1379690" y="1157816"/>
              <a:ext cx="186041" cy="1133803"/>
              <a:chOff x="5559847" y="2479549"/>
              <a:chExt cx="521110" cy="3175843"/>
            </a:xfrm>
            <a:solidFill>
              <a:schemeClr val="accent1"/>
            </a:solidFill>
          </p:grpSpPr>
          <p:sp>
            <p:nvSpPr>
              <p:cNvPr id="19" name="等腰三角形 18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0" name="等腰三角形 19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5" name="组合 24"/>
          <p:cNvGrpSpPr/>
          <p:nvPr userDrawn="1"/>
        </p:nvGrpSpPr>
        <p:grpSpPr>
          <a:xfrm rot="10800000">
            <a:off x="1" y="4566383"/>
            <a:ext cx="1270457" cy="2291617"/>
            <a:chOff x="10950497" y="2"/>
            <a:chExt cx="1270457" cy="2291617"/>
          </a:xfrm>
          <a:solidFill>
            <a:srgbClr val="BAE2FF"/>
          </a:solidFill>
        </p:grpSpPr>
        <p:sp>
          <p:nvSpPr>
            <p:cNvPr id="26" name="任意多边形: 形状 25"/>
            <p:cNvSpPr/>
            <p:nvPr/>
          </p:nvSpPr>
          <p:spPr>
            <a:xfrm>
              <a:off x="10950497" y="2"/>
              <a:ext cx="1270457" cy="979178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11379690" y="1157816"/>
              <a:ext cx="186041" cy="1133803"/>
              <a:chOff x="5559847" y="2479549"/>
              <a:chExt cx="521110" cy="3175843"/>
            </a:xfrm>
            <a:grpFill/>
          </p:grpSpPr>
          <p:sp>
            <p:nvSpPr>
              <p:cNvPr id="28" name="等腰三角形 27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9" name="等腰三角形 28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0" name="等腰三角形 29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1" name="等腰三角形 30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2" name="等腰三角形 31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sp>
        <p:nvSpPr>
          <p:cNvPr id="9" name="椭圆 8"/>
          <p:cNvSpPr/>
          <p:nvPr/>
        </p:nvSpPr>
        <p:spPr>
          <a:xfrm>
            <a:off x="10650680" y="597491"/>
            <a:ext cx="395123" cy="395123"/>
          </a:xfrm>
          <a:prstGeom prst="ellipse">
            <a:avLst/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186302" y="5864996"/>
            <a:ext cx="395123" cy="395123"/>
          </a:xfrm>
          <a:prstGeom prst="ellipse">
            <a:avLst/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10889597" y="5858219"/>
            <a:ext cx="676134" cy="381689"/>
            <a:chOff x="4468761" y="1799303"/>
            <a:chExt cx="914400" cy="51619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4" name="矩形 33"/>
            <p:cNvSpPr/>
            <p:nvPr/>
          </p:nvSpPr>
          <p:spPr>
            <a:xfrm>
              <a:off x="4468761" y="1799303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4468761" y="1999942"/>
              <a:ext cx="914400" cy="114917"/>
            </a:xfrm>
            <a:prstGeom prst="rect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4468761" y="2200580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" name="矩形: 圆角 5"/>
          <p:cNvSpPr/>
          <p:nvPr/>
        </p:nvSpPr>
        <p:spPr>
          <a:xfrm>
            <a:off x="7295515" y="2291715"/>
            <a:ext cx="2985135" cy="753745"/>
          </a:xfrm>
          <a:prstGeom prst="roundRect">
            <a:avLst>
              <a:gd name="adj" fmla="val 50000"/>
            </a:avLst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dirty="0">
                <a:cs typeface="+mn-ea"/>
                <a:sym typeface="+mn-lt"/>
              </a:rPr>
              <a:t>PART 02</a:t>
            </a:r>
            <a:endParaRPr lang="zh-CN" altLang="en-US" sz="3200" b="1" dirty="0">
              <a:cs typeface="+mn-ea"/>
              <a:sym typeface="+mn-lt"/>
            </a:endParaRPr>
          </a:p>
        </p:txBody>
      </p:sp>
      <p:sp>
        <p:nvSpPr>
          <p:cNvPr id="14" name="Footer Text"/>
          <p:cNvSpPr txBox="1"/>
          <p:nvPr/>
        </p:nvSpPr>
        <p:spPr>
          <a:xfrm>
            <a:off x="6658610" y="3204845"/>
            <a:ext cx="4291965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800" b="1" dirty="0">
                <a:cs typeface="+mn-ea"/>
                <a:sym typeface="+mn-lt"/>
              </a:rPr>
              <a:t>研究方法与过程</a:t>
            </a:r>
            <a:endParaRPr lang="zh-CN" altLang="en-US" sz="4800" b="1" dirty="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 userDrawn="1"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>
            <a:off x="11379690" y="2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11859995" y="797633"/>
            <a:ext cx="216293" cy="1527440"/>
            <a:chOff x="11349438" y="764179"/>
            <a:chExt cx="216293" cy="1527440"/>
          </a:xfrm>
        </p:grpSpPr>
        <p:sp>
          <p:nvSpPr>
            <p:cNvPr id="9" name="等腰三角形 8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3" name="任意多边形: 形状 42"/>
          <p:cNvSpPr/>
          <p:nvPr userDrawn="1"/>
        </p:nvSpPr>
        <p:spPr>
          <a:xfrm rot="10800000">
            <a:off x="1" y="6209613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44" name="组合 43"/>
          <p:cNvGrpSpPr/>
          <p:nvPr userDrawn="1"/>
        </p:nvGrpSpPr>
        <p:grpSpPr>
          <a:xfrm rot="10800000">
            <a:off x="110007" y="4544081"/>
            <a:ext cx="216293" cy="1527440"/>
            <a:chOff x="11349438" y="764179"/>
            <a:chExt cx="216293" cy="1527440"/>
          </a:xfrm>
        </p:grpSpPr>
        <p:sp>
          <p:nvSpPr>
            <p:cNvPr id="45" name="等腰三角形 44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6" name="等腰三角形 45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" name="等腰三角形 47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9" name="等腰三角形 48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pic>
        <p:nvPicPr>
          <p:cNvPr id="30" name="图片 29" descr="caef76094b36acaf4fbac5a272e12c1600e99cd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7880" y="381635"/>
            <a:ext cx="792480" cy="158623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813329" y="2847292"/>
            <a:ext cx="8631932" cy="2395918"/>
            <a:chOff x="1400191" y="2847292"/>
            <a:chExt cx="8631932" cy="2395918"/>
          </a:xfrm>
        </p:grpSpPr>
        <p:grpSp>
          <p:nvGrpSpPr>
            <p:cNvPr id="3" name="组合 2"/>
            <p:cNvGrpSpPr/>
            <p:nvPr/>
          </p:nvGrpSpPr>
          <p:grpSpPr>
            <a:xfrm>
              <a:off x="8788891" y="3346638"/>
              <a:ext cx="1243232" cy="1442150"/>
              <a:chOff x="8788891" y="2610657"/>
              <a:chExt cx="1243232" cy="1442150"/>
            </a:xfrm>
          </p:grpSpPr>
          <p:sp>
            <p:nvSpPr>
              <p:cNvPr id="28" name="Isosceles Triangle 9"/>
              <p:cNvSpPr/>
              <p:nvPr/>
            </p:nvSpPr>
            <p:spPr>
              <a:xfrm rot="5400000">
                <a:off x="8689432" y="2710116"/>
                <a:ext cx="1442150" cy="1243232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>
                  <a:cs typeface="+mn-ea"/>
                  <a:sym typeface="+mn-lt"/>
                </a:endParaRPr>
              </a:p>
            </p:txBody>
          </p:sp>
          <p:sp>
            <p:nvSpPr>
              <p:cNvPr id="29" name="Freeform 29"/>
              <p:cNvSpPr>
                <a:spLocks noChangeArrowheads="1"/>
              </p:cNvSpPr>
              <p:nvPr/>
            </p:nvSpPr>
            <p:spPr bwMode="auto">
              <a:xfrm>
                <a:off x="8911552" y="3059339"/>
                <a:ext cx="528023" cy="544787"/>
              </a:xfrm>
              <a:custGeom>
                <a:avLst/>
                <a:gdLst>
                  <a:gd name="T0" fmla="*/ 111726 w 444"/>
                  <a:gd name="T1" fmla="*/ 150538 h 462"/>
                  <a:gd name="T2" fmla="*/ 111726 w 444"/>
                  <a:gd name="T3" fmla="*/ 150538 h 462"/>
                  <a:gd name="T4" fmla="*/ 144162 w 444"/>
                  <a:gd name="T5" fmla="*/ 114802 h 462"/>
                  <a:gd name="T6" fmla="*/ 199574 w 444"/>
                  <a:gd name="T7" fmla="*/ 31716 h 462"/>
                  <a:gd name="T8" fmla="*/ 191916 w 444"/>
                  <a:gd name="T9" fmla="*/ 23675 h 462"/>
                  <a:gd name="T10" fmla="*/ 155875 w 444"/>
                  <a:gd name="T11" fmla="*/ 23675 h 462"/>
                  <a:gd name="T12" fmla="*/ 100013 w 444"/>
                  <a:gd name="T13" fmla="*/ 0 h 462"/>
                  <a:gd name="T14" fmla="*/ 44150 w 444"/>
                  <a:gd name="T15" fmla="*/ 23675 h 462"/>
                  <a:gd name="T16" fmla="*/ 8109 w 444"/>
                  <a:gd name="T17" fmla="*/ 23675 h 462"/>
                  <a:gd name="T18" fmla="*/ 0 w 444"/>
                  <a:gd name="T19" fmla="*/ 31716 h 462"/>
                  <a:gd name="T20" fmla="*/ 55863 w 444"/>
                  <a:gd name="T21" fmla="*/ 114802 h 462"/>
                  <a:gd name="T22" fmla="*/ 87849 w 444"/>
                  <a:gd name="T23" fmla="*/ 150538 h 462"/>
                  <a:gd name="T24" fmla="*/ 87849 w 444"/>
                  <a:gd name="T25" fmla="*/ 166172 h 462"/>
                  <a:gd name="T26" fmla="*/ 48204 w 444"/>
                  <a:gd name="T27" fmla="*/ 185827 h 462"/>
                  <a:gd name="T28" fmla="*/ 100013 w 444"/>
                  <a:gd name="T29" fmla="*/ 205928 h 462"/>
                  <a:gd name="T30" fmla="*/ 147766 w 444"/>
                  <a:gd name="T31" fmla="*/ 185827 h 462"/>
                  <a:gd name="T32" fmla="*/ 111726 w 444"/>
                  <a:gd name="T33" fmla="*/ 166172 h 462"/>
                  <a:gd name="T34" fmla="*/ 111726 w 444"/>
                  <a:gd name="T35" fmla="*/ 150538 h 462"/>
                  <a:gd name="T36" fmla="*/ 144162 w 444"/>
                  <a:gd name="T37" fmla="*/ 94700 h 462"/>
                  <a:gd name="T38" fmla="*/ 144162 w 444"/>
                  <a:gd name="T39" fmla="*/ 94700 h 462"/>
                  <a:gd name="T40" fmla="*/ 155875 w 444"/>
                  <a:gd name="T41" fmla="*/ 39756 h 462"/>
                  <a:gd name="T42" fmla="*/ 183807 w 444"/>
                  <a:gd name="T43" fmla="*/ 39756 h 462"/>
                  <a:gd name="T44" fmla="*/ 144162 w 444"/>
                  <a:gd name="T45" fmla="*/ 94700 h 462"/>
                  <a:gd name="T46" fmla="*/ 100013 w 444"/>
                  <a:gd name="T47" fmla="*/ 16081 h 462"/>
                  <a:gd name="T48" fmla="*/ 100013 w 444"/>
                  <a:gd name="T49" fmla="*/ 16081 h 462"/>
                  <a:gd name="T50" fmla="*/ 144162 w 444"/>
                  <a:gd name="T51" fmla="*/ 31716 h 462"/>
                  <a:gd name="T52" fmla="*/ 100013 w 444"/>
                  <a:gd name="T53" fmla="*/ 51370 h 462"/>
                  <a:gd name="T54" fmla="*/ 55863 w 444"/>
                  <a:gd name="T55" fmla="*/ 31716 h 462"/>
                  <a:gd name="T56" fmla="*/ 100013 w 444"/>
                  <a:gd name="T57" fmla="*/ 16081 h 462"/>
                  <a:gd name="T58" fmla="*/ 16218 w 444"/>
                  <a:gd name="T59" fmla="*/ 39756 h 462"/>
                  <a:gd name="T60" fmla="*/ 16218 w 444"/>
                  <a:gd name="T61" fmla="*/ 39756 h 462"/>
                  <a:gd name="T62" fmla="*/ 44150 w 444"/>
                  <a:gd name="T63" fmla="*/ 39756 h 462"/>
                  <a:gd name="T64" fmla="*/ 55863 w 444"/>
                  <a:gd name="T65" fmla="*/ 94700 h 462"/>
                  <a:gd name="T66" fmla="*/ 16218 w 444"/>
                  <a:gd name="T67" fmla="*/ 39756 h 462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444" h="462">
                    <a:moveTo>
                      <a:pt x="248" y="337"/>
                    </a:moveTo>
                    <a:lnTo>
                      <a:pt x="248" y="337"/>
                    </a:lnTo>
                    <a:cubicBezTo>
                      <a:pt x="248" y="302"/>
                      <a:pt x="275" y="283"/>
                      <a:pt x="320" y="257"/>
                    </a:cubicBezTo>
                    <a:cubicBezTo>
                      <a:pt x="373" y="221"/>
                      <a:pt x="443" y="177"/>
                      <a:pt x="443" y="71"/>
                    </a:cubicBezTo>
                    <a:cubicBezTo>
                      <a:pt x="443" y="62"/>
                      <a:pt x="434" y="53"/>
                      <a:pt x="426" y="53"/>
                    </a:cubicBezTo>
                    <a:cubicBezTo>
                      <a:pt x="346" y="53"/>
                      <a:pt x="346" y="53"/>
                      <a:pt x="346" y="53"/>
                    </a:cubicBezTo>
                    <a:cubicBezTo>
                      <a:pt x="328" y="27"/>
                      <a:pt x="293" y="0"/>
                      <a:pt x="222" y="0"/>
                    </a:cubicBezTo>
                    <a:cubicBezTo>
                      <a:pt x="151" y="0"/>
                      <a:pt x="116" y="27"/>
                      <a:pt x="98" y="53"/>
                    </a:cubicBezTo>
                    <a:cubicBezTo>
                      <a:pt x="18" y="53"/>
                      <a:pt x="18" y="53"/>
                      <a:pt x="18" y="53"/>
                    </a:cubicBezTo>
                    <a:cubicBezTo>
                      <a:pt x="9" y="53"/>
                      <a:pt x="0" y="62"/>
                      <a:pt x="0" y="71"/>
                    </a:cubicBezTo>
                    <a:cubicBezTo>
                      <a:pt x="0" y="177"/>
                      <a:pt x="62" y="221"/>
                      <a:pt x="124" y="257"/>
                    </a:cubicBezTo>
                    <a:cubicBezTo>
                      <a:pt x="169" y="283"/>
                      <a:pt x="195" y="302"/>
                      <a:pt x="195" y="337"/>
                    </a:cubicBezTo>
                    <a:cubicBezTo>
                      <a:pt x="195" y="372"/>
                      <a:pt x="195" y="372"/>
                      <a:pt x="195" y="372"/>
                    </a:cubicBezTo>
                    <a:cubicBezTo>
                      <a:pt x="142" y="381"/>
                      <a:pt x="107" y="399"/>
                      <a:pt x="107" y="416"/>
                    </a:cubicBezTo>
                    <a:cubicBezTo>
                      <a:pt x="107" y="443"/>
                      <a:pt x="160" y="461"/>
                      <a:pt x="222" y="461"/>
                    </a:cubicBezTo>
                    <a:cubicBezTo>
                      <a:pt x="283" y="461"/>
                      <a:pt x="328" y="443"/>
                      <a:pt x="328" y="416"/>
                    </a:cubicBezTo>
                    <a:cubicBezTo>
                      <a:pt x="328" y="399"/>
                      <a:pt x="302" y="381"/>
                      <a:pt x="248" y="372"/>
                    </a:cubicBezTo>
                    <a:lnTo>
                      <a:pt x="248" y="337"/>
                    </a:lnTo>
                    <a:close/>
                    <a:moveTo>
                      <a:pt x="320" y="212"/>
                    </a:moveTo>
                    <a:lnTo>
                      <a:pt x="320" y="212"/>
                    </a:lnTo>
                    <a:cubicBezTo>
                      <a:pt x="337" y="186"/>
                      <a:pt x="346" y="142"/>
                      <a:pt x="346" y="89"/>
                    </a:cubicBezTo>
                    <a:cubicBezTo>
                      <a:pt x="408" y="89"/>
                      <a:pt x="408" y="89"/>
                      <a:pt x="408" y="89"/>
                    </a:cubicBezTo>
                    <a:cubicBezTo>
                      <a:pt x="399" y="151"/>
                      <a:pt x="364" y="186"/>
                      <a:pt x="320" y="212"/>
                    </a:cubicBezTo>
                    <a:close/>
                    <a:moveTo>
                      <a:pt x="222" y="36"/>
                    </a:moveTo>
                    <a:lnTo>
                      <a:pt x="222" y="36"/>
                    </a:lnTo>
                    <a:cubicBezTo>
                      <a:pt x="293" y="36"/>
                      <a:pt x="320" y="62"/>
                      <a:pt x="320" y="71"/>
                    </a:cubicBezTo>
                    <a:cubicBezTo>
                      <a:pt x="320" y="80"/>
                      <a:pt x="293" y="106"/>
                      <a:pt x="222" y="115"/>
                    </a:cubicBezTo>
                    <a:cubicBezTo>
                      <a:pt x="151" y="106"/>
                      <a:pt x="124" y="80"/>
                      <a:pt x="124" y="71"/>
                    </a:cubicBezTo>
                    <a:cubicBezTo>
                      <a:pt x="124" y="62"/>
                      <a:pt x="151" y="36"/>
                      <a:pt x="222" y="36"/>
                    </a:cubicBezTo>
                    <a:close/>
                    <a:moveTo>
                      <a:pt x="36" y="89"/>
                    </a:moveTo>
                    <a:lnTo>
                      <a:pt x="36" y="89"/>
                    </a:lnTo>
                    <a:cubicBezTo>
                      <a:pt x="98" y="89"/>
                      <a:pt x="98" y="89"/>
                      <a:pt x="98" y="89"/>
                    </a:cubicBezTo>
                    <a:cubicBezTo>
                      <a:pt x="98" y="142"/>
                      <a:pt x="107" y="186"/>
                      <a:pt x="124" y="212"/>
                    </a:cubicBezTo>
                    <a:cubicBezTo>
                      <a:pt x="80" y="186"/>
                      <a:pt x="36" y="151"/>
                      <a:pt x="36" y="8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lIns="34290" tIns="17145" rIns="34290" bIns="17145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1400191" y="2847292"/>
              <a:ext cx="1443605" cy="2041926"/>
              <a:chOff x="1400191" y="2111311"/>
              <a:chExt cx="1443605" cy="2041926"/>
            </a:xfrm>
          </p:grpSpPr>
          <p:sp>
            <p:nvSpPr>
              <p:cNvPr id="23" name="Rectangle 4"/>
              <p:cNvSpPr/>
              <p:nvPr/>
            </p:nvSpPr>
            <p:spPr>
              <a:xfrm>
                <a:off x="1400191" y="2610657"/>
                <a:ext cx="1443605" cy="1443606"/>
              </a:xfrm>
              <a:prstGeom prst="rect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  <p:grpSp>
            <p:nvGrpSpPr>
              <p:cNvPr id="24" name="组合 23"/>
              <p:cNvGrpSpPr/>
              <p:nvPr/>
            </p:nvGrpSpPr>
            <p:grpSpPr>
              <a:xfrm>
                <a:off x="1843354" y="2111311"/>
                <a:ext cx="617979" cy="617979"/>
                <a:chOff x="1664935" y="2047228"/>
                <a:chExt cx="985609" cy="985609"/>
              </a:xfrm>
            </p:grpSpPr>
            <p:sp>
              <p:nvSpPr>
                <p:cNvPr id="26" name="Oval 11"/>
                <p:cNvSpPr/>
                <p:nvPr/>
              </p:nvSpPr>
              <p:spPr>
                <a:xfrm>
                  <a:off x="1664935" y="2047228"/>
                  <a:ext cx="985609" cy="985609"/>
                </a:xfrm>
                <a:prstGeom prst="ellipse">
                  <a:avLst/>
                </a:prstGeom>
                <a:solidFill>
                  <a:srgbClr val="005FA5"/>
                </a:solidFill>
                <a:ln w="762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7" name="Freeform 28"/>
                <p:cNvSpPr>
                  <a:spLocks noChangeArrowheads="1"/>
                </p:cNvSpPr>
                <p:nvPr/>
              </p:nvSpPr>
              <p:spPr bwMode="auto">
                <a:xfrm>
                  <a:off x="1960815" y="2366053"/>
                  <a:ext cx="498678" cy="417329"/>
                </a:xfrm>
                <a:custGeom>
                  <a:avLst/>
                  <a:gdLst>
                    <a:gd name="T0" fmla="*/ 55735 w 498"/>
                    <a:gd name="T1" fmla="*/ 36300 h 418"/>
                    <a:gd name="T2" fmla="*/ 55735 w 498"/>
                    <a:gd name="T3" fmla="*/ 36300 h 418"/>
                    <a:gd name="T4" fmla="*/ 16181 w 498"/>
                    <a:gd name="T5" fmla="*/ 115622 h 418"/>
                    <a:gd name="T6" fmla="*/ 155518 w 498"/>
                    <a:gd name="T7" fmla="*/ 51985 h 418"/>
                    <a:gd name="T8" fmla="*/ 4045 w 498"/>
                    <a:gd name="T9" fmla="*/ 171192 h 418"/>
                    <a:gd name="T10" fmla="*/ 19777 w 498"/>
                    <a:gd name="T11" fmla="*/ 179258 h 418"/>
                    <a:gd name="T12" fmla="*/ 43599 w 498"/>
                    <a:gd name="T13" fmla="*/ 139373 h 418"/>
                    <a:gd name="T14" fmla="*/ 131696 w 498"/>
                    <a:gd name="T15" fmla="*/ 139373 h 418"/>
                    <a:gd name="T16" fmla="*/ 210803 w 498"/>
                    <a:gd name="T17" fmla="*/ 32267 h 418"/>
                    <a:gd name="T18" fmla="*/ 55735 w 498"/>
                    <a:gd name="T19" fmla="*/ 36300 h 41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498" h="418">
                      <a:moveTo>
                        <a:pt x="124" y="81"/>
                      </a:moveTo>
                      <a:lnTo>
                        <a:pt x="124" y="81"/>
                      </a:lnTo>
                      <a:cubicBezTo>
                        <a:pt x="27" y="134"/>
                        <a:pt x="36" y="222"/>
                        <a:pt x="36" y="258"/>
                      </a:cubicBezTo>
                      <a:cubicBezTo>
                        <a:pt x="159" y="107"/>
                        <a:pt x="346" y="116"/>
                        <a:pt x="346" y="116"/>
                      </a:cubicBezTo>
                      <a:cubicBezTo>
                        <a:pt x="346" y="116"/>
                        <a:pt x="80" y="204"/>
                        <a:pt x="9" y="382"/>
                      </a:cubicBezTo>
                      <a:cubicBezTo>
                        <a:pt x="0" y="400"/>
                        <a:pt x="36" y="417"/>
                        <a:pt x="44" y="400"/>
                      </a:cubicBezTo>
                      <a:cubicBezTo>
                        <a:pt x="62" y="355"/>
                        <a:pt x="97" y="311"/>
                        <a:pt x="97" y="311"/>
                      </a:cubicBezTo>
                      <a:cubicBezTo>
                        <a:pt x="151" y="329"/>
                        <a:pt x="230" y="355"/>
                        <a:pt x="293" y="311"/>
                      </a:cubicBezTo>
                      <a:cubicBezTo>
                        <a:pt x="363" y="258"/>
                        <a:pt x="363" y="134"/>
                        <a:pt x="469" y="72"/>
                      </a:cubicBezTo>
                      <a:cubicBezTo>
                        <a:pt x="497" y="63"/>
                        <a:pt x="249" y="0"/>
                        <a:pt x="124" y="81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lIns="34290" tIns="17145" rIns="34290" bIns="17145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5" name="TextBox 32"/>
              <p:cNvSpPr txBox="1"/>
              <p:nvPr/>
            </p:nvSpPr>
            <p:spPr>
              <a:xfrm>
                <a:off x="1601993" y="3229907"/>
                <a:ext cx="111838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5400" dirty="0">
                    <a:solidFill>
                      <a:schemeClr val="bg1"/>
                    </a:solidFill>
                    <a:cs typeface="+mn-ea"/>
                    <a:sym typeface="+mn-lt"/>
                  </a:rPr>
                  <a:t>01</a:t>
                </a:r>
                <a:endParaRPr lang="id-ID" sz="54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3248605" y="3346638"/>
              <a:ext cx="1443605" cy="1896572"/>
              <a:chOff x="3248605" y="2610657"/>
              <a:chExt cx="1443605" cy="1896572"/>
            </a:xfrm>
          </p:grpSpPr>
          <p:sp>
            <p:nvSpPr>
              <p:cNvPr id="18" name="Rectangle 5"/>
              <p:cNvSpPr/>
              <p:nvPr/>
            </p:nvSpPr>
            <p:spPr>
              <a:xfrm>
                <a:off x="3248605" y="2610657"/>
                <a:ext cx="1443605" cy="1443606"/>
              </a:xfrm>
              <a:prstGeom prst="rect">
                <a:avLst/>
              </a:prstGeom>
              <a:solidFill>
                <a:srgbClr val="BAE2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>
                  <a:cs typeface="+mn-ea"/>
                  <a:sym typeface="+mn-lt"/>
                </a:endParaRPr>
              </a:p>
            </p:txBody>
          </p:sp>
          <p:grpSp>
            <p:nvGrpSpPr>
              <p:cNvPr id="19" name="组合 18"/>
              <p:cNvGrpSpPr/>
              <p:nvPr/>
            </p:nvGrpSpPr>
            <p:grpSpPr>
              <a:xfrm>
                <a:off x="3692695" y="3889250"/>
                <a:ext cx="617979" cy="617979"/>
                <a:chOff x="3514276" y="3825167"/>
                <a:chExt cx="985609" cy="985609"/>
              </a:xfrm>
            </p:grpSpPr>
            <p:sp>
              <p:nvSpPr>
                <p:cNvPr id="21" name="Oval 12"/>
                <p:cNvSpPr/>
                <p:nvPr/>
              </p:nvSpPr>
              <p:spPr>
                <a:xfrm>
                  <a:off x="3514276" y="3825167"/>
                  <a:ext cx="985609" cy="985609"/>
                </a:xfrm>
                <a:prstGeom prst="ellipse">
                  <a:avLst/>
                </a:prstGeom>
                <a:solidFill>
                  <a:srgbClr val="BAE2FF"/>
                </a:solidFill>
                <a:ln w="762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8" name="Freeform 134"/>
                <p:cNvSpPr>
                  <a:spLocks noChangeArrowheads="1"/>
                </p:cNvSpPr>
                <p:nvPr/>
              </p:nvSpPr>
              <p:spPr bwMode="auto">
                <a:xfrm>
                  <a:off x="3756804" y="4045211"/>
                  <a:ext cx="504709" cy="504709"/>
                </a:xfrm>
                <a:custGeom>
                  <a:avLst/>
                  <a:gdLst>
                    <a:gd name="T0" fmla="*/ 212011 w 634"/>
                    <a:gd name="T1" fmla="*/ 105984 h 634"/>
                    <a:gd name="T2" fmla="*/ 111414 w 634"/>
                    <a:gd name="T3" fmla="*/ 0 h 634"/>
                    <a:gd name="T4" fmla="*/ 15865 w 634"/>
                    <a:gd name="T5" fmla="*/ 105984 h 634"/>
                    <a:gd name="T6" fmla="*/ 0 w 634"/>
                    <a:gd name="T7" fmla="*/ 169790 h 634"/>
                    <a:gd name="T8" fmla="*/ 58411 w 634"/>
                    <a:gd name="T9" fmla="*/ 201874 h 634"/>
                    <a:gd name="T10" fmla="*/ 84732 w 634"/>
                    <a:gd name="T11" fmla="*/ 127253 h 634"/>
                    <a:gd name="T12" fmla="*/ 26321 w 634"/>
                    <a:gd name="T13" fmla="*/ 100937 h 634"/>
                    <a:gd name="T14" fmla="*/ 196146 w 634"/>
                    <a:gd name="T15" fmla="*/ 100937 h 634"/>
                    <a:gd name="T16" fmla="*/ 143144 w 634"/>
                    <a:gd name="T17" fmla="*/ 127253 h 634"/>
                    <a:gd name="T18" fmla="*/ 169825 w 634"/>
                    <a:gd name="T19" fmla="*/ 201874 h 634"/>
                    <a:gd name="T20" fmla="*/ 185690 w 634"/>
                    <a:gd name="T21" fmla="*/ 222782 h 634"/>
                    <a:gd name="T22" fmla="*/ 196146 w 634"/>
                    <a:gd name="T23" fmla="*/ 222782 h 634"/>
                    <a:gd name="T24" fmla="*/ 228236 w 634"/>
                    <a:gd name="T25" fmla="*/ 169790 h 634"/>
                    <a:gd name="T26" fmla="*/ 212011 w 634"/>
                    <a:gd name="T27" fmla="*/ 105984 h 634"/>
                    <a:gd name="T28" fmla="*/ 47594 w 634"/>
                    <a:gd name="T29" fmla="*/ 116798 h 634"/>
                    <a:gd name="T30" fmla="*/ 68868 w 634"/>
                    <a:gd name="T31" fmla="*/ 127253 h 634"/>
                    <a:gd name="T32" fmla="*/ 58411 w 634"/>
                    <a:gd name="T33" fmla="*/ 185652 h 634"/>
                    <a:gd name="T34" fmla="*/ 42186 w 634"/>
                    <a:gd name="T35" fmla="*/ 148521 h 634"/>
                    <a:gd name="T36" fmla="*/ 31730 w 634"/>
                    <a:gd name="T37" fmla="*/ 116798 h 634"/>
                    <a:gd name="T38" fmla="*/ 26321 w 634"/>
                    <a:gd name="T39" fmla="*/ 148521 h 634"/>
                    <a:gd name="T40" fmla="*/ 26321 w 634"/>
                    <a:gd name="T41" fmla="*/ 185652 h 634"/>
                    <a:gd name="T42" fmla="*/ 15865 w 634"/>
                    <a:gd name="T43" fmla="*/ 127253 h 634"/>
                    <a:gd name="T44" fmla="*/ 31730 w 634"/>
                    <a:gd name="T45" fmla="*/ 116798 h 634"/>
                    <a:gd name="T46" fmla="*/ 174873 w 634"/>
                    <a:gd name="T47" fmla="*/ 185652 h 634"/>
                    <a:gd name="T48" fmla="*/ 153600 w 634"/>
                    <a:gd name="T49" fmla="*/ 169790 h 634"/>
                    <a:gd name="T50" fmla="*/ 169825 w 634"/>
                    <a:gd name="T51" fmla="*/ 116798 h 634"/>
                    <a:gd name="T52" fmla="*/ 185690 w 634"/>
                    <a:gd name="T53" fmla="*/ 148521 h 634"/>
                    <a:gd name="T54" fmla="*/ 212011 w 634"/>
                    <a:gd name="T55" fmla="*/ 169790 h 634"/>
                    <a:gd name="T56" fmla="*/ 196146 w 634"/>
                    <a:gd name="T57" fmla="*/ 185652 h 634"/>
                    <a:gd name="T58" fmla="*/ 196146 w 634"/>
                    <a:gd name="T59" fmla="*/ 148521 h 634"/>
                    <a:gd name="T60" fmla="*/ 196146 w 634"/>
                    <a:gd name="T61" fmla="*/ 116798 h 634"/>
                    <a:gd name="T62" fmla="*/ 212011 w 634"/>
                    <a:gd name="T63" fmla="*/ 169790 h 634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634" h="634">
                      <a:moveTo>
                        <a:pt x="588" y="294"/>
                      </a:moveTo>
                      <a:lnTo>
                        <a:pt x="588" y="294"/>
                      </a:lnTo>
                      <a:cubicBezTo>
                        <a:pt x="588" y="280"/>
                        <a:pt x="588" y="280"/>
                        <a:pt x="588" y="265"/>
                      </a:cubicBezTo>
                      <a:cubicBezTo>
                        <a:pt x="588" y="118"/>
                        <a:pt x="471" y="0"/>
                        <a:pt x="309" y="0"/>
                      </a:cubicBezTo>
                      <a:cubicBezTo>
                        <a:pt x="162" y="0"/>
                        <a:pt x="44" y="118"/>
                        <a:pt x="44" y="265"/>
                      </a:cubicBezTo>
                      <a:cubicBezTo>
                        <a:pt x="44" y="280"/>
                        <a:pt x="44" y="280"/>
                        <a:pt x="44" y="294"/>
                      </a:cubicBezTo>
                      <a:cubicBezTo>
                        <a:pt x="14" y="309"/>
                        <a:pt x="0" y="324"/>
                        <a:pt x="0" y="353"/>
                      </a:cubicBezTo>
                      <a:cubicBezTo>
                        <a:pt x="0" y="471"/>
                        <a:pt x="0" y="471"/>
                        <a:pt x="0" y="471"/>
                      </a:cubicBezTo>
                      <a:cubicBezTo>
                        <a:pt x="0" y="515"/>
                        <a:pt x="29" y="560"/>
                        <a:pt x="73" y="560"/>
                      </a:cubicBezTo>
                      <a:lnTo>
                        <a:pt x="162" y="560"/>
                      </a:lnTo>
                      <a:cubicBezTo>
                        <a:pt x="206" y="560"/>
                        <a:pt x="235" y="515"/>
                        <a:pt x="235" y="471"/>
                      </a:cubicBezTo>
                      <a:cubicBezTo>
                        <a:pt x="235" y="353"/>
                        <a:pt x="235" y="353"/>
                        <a:pt x="235" y="353"/>
                      </a:cubicBezTo>
                      <a:cubicBezTo>
                        <a:pt x="235" y="309"/>
                        <a:pt x="206" y="280"/>
                        <a:pt x="162" y="280"/>
                      </a:cubicBezTo>
                      <a:cubicBezTo>
                        <a:pt x="162" y="280"/>
                        <a:pt x="88" y="280"/>
                        <a:pt x="73" y="280"/>
                      </a:cubicBezTo>
                      <a:cubicBezTo>
                        <a:pt x="73" y="147"/>
                        <a:pt x="176" y="44"/>
                        <a:pt x="309" y="44"/>
                      </a:cubicBezTo>
                      <a:cubicBezTo>
                        <a:pt x="442" y="44"/>
                        <a:pt x="544" y="133"/>
                        <a:pt x="544" y="280"/>
                      </a:cubicBezTo>
                      <a:lnTo>
                        <a:pt x="471" y="280"/>
                      </a:lnTo>
                      <a:cubicBezTo>
                        <a:pt x="426" y="280"/>
                        <a:pt x="397" y="309"/>
                        <a:pt x="397" y="353"/>
                      </a:cubicBezTo>
                      <a:cubicBezTo>
                        <a:pt x="397" y="471"/>
                        <a:pt x="397" y="471"/>
                        <a:pt x="397" y="471"/>
                      </a:cubicBezTo>
                      <a:cubicBezTo>
                        <a:pt x="397" y="515"/>
                        <a:pt x="426" y="560"/>
                        <a:pt x="471" y="560"/>
                      </a:cubicBezTo>
                      <a:lnTo>
                        <a:pt x="515" y="560"/>
                      </a:lnTo>
                      <a:cubicBezTo>
                        <a:pt x="515" y="618"/>
                        <a:pt x="515" y="618"/>
                        <a:pt x="515" y="618"/>
                      </a:cubicBezTo>
                      <a:cubicBezTo>
                        <a:pt x="515" y="618"/>
                        <a:pt x="515" y="633"/>
                        <a:pt x="530" y="633"/>
                      </a:cubicBezTo>
                      <a:cubicBezTo>
                        <a:pt x="544" y="633"/>
                        <a:pt x="544" y="618"/>
                        <a:pt x="544" y="618"/>
                      </a:cubicBezTo>
                      <a:cubicBezTo>
                        <a:pt x="544" y="560"/>
                        <a:pt x="544" y="560"/>
                        <a:pt x="544" y="560"/>
                      </a:cubicBezTo>
                      <a:cubicBezTo>
                        <a:pt x="588" y="560"/>
                        <a:pt x="633" y="515"/>
                        <a:pt x="633" y="471"/>
                      </a:cubicBezTo>
                      <a:cubicBezTo>
                        <a:pt x="633" y="353"/>
                        <a:pt x="633" y="353"/>
                        <a:pt x="633" y="353"/>
                      </a:cubicBezTo>
                      <a:cubicBezTo>
                        <a:pt x="633" y="324"/>
                        <a:pt x="618" y="309"/>
                        <a:pt x="588" y="294"/>
                      </a:cubicBezTo>
                      <a:close/>
                      <a:moveTo>
                        <a:pt x="132" y="324"/>
                      </a:moveTo>
                      <a:lnTo>
                        <a:pt x="132" y="324"/>
                      </a:lnTo>
                      <a:cubicBezTo>
                        <a:pt x="162" y="324"/>
                        <a:pt x="162" y="324"/>
                        <a:pt x="162" y="324"/>
                      </a:cubicBezTo>
                      <a:cubicBezTo>
                        <a:pt x="176" y="324"/>
                        <a:pt x="191" y="339"/>
                        <a:pt x="191" y="353"/>
                      </a:cubicBezTo>
                      <a:cubicBezTo>
                        <a:pt x="191" y="471"/>
                        <a:pt x="191" y="471"/>
                        <a:pt x="191" y="471"/>
                      </a:cubicBezTo>
                      <a:cubicBezTo>
                        <a:pt x="191" y="501"/>
                        <a:pt x="176" y="515"/>
                        <a:pt x="162" y="515"/>
                      </a:cubicBezTo>
                      <a:cubicBezTo>
                        <a:pt x="147" y="515"/>
                        <a:pt x="147" y="515"/>
                        <a:pt x="147" y="515"/>
                      </a:cubicBezTo>
                      <a:cubicBezTo>
                        <a:pt x="132" y="486"/>
                        <a:pt x="117" y="442"/>
                        <a:pt x="117" y="412"/>
                      </a:cubicBezTo>
                      <a:cubicBezTo>
                        <a:pt x="117" y="383"/>
                        <a:pt x="117" y="353"/>
                        <a:pt x="132" y="324"/>
                      </a:cubicBezTo>
                      <a:close/>
                      <a:moveTo>
                        <a:pt x="88" y="324"/>
                      </a:moveTo>
                      <a:lnTo>
                        <a:pt x="88" y="324"/>
                      </a:lnTo>
                      <a:cubicBezTo>
                        <a:pt x="88" y="353"/>
                        <a:pt x="73" y="383"/>
                        <a:pt x="73" y="412"/>
                      </a:cubicBezTo>
                      <a:cubicBezTo>
                        <a:pt x="73" y="442"/>
                        <a:pt x="88" y="486"/>
                        <a:pt x="103" y="515"/>
                      </a:cubicBezTo>
                      <a:cubicBezTo>
                        <a:pt x="73" y="515"/>
                        <a:pt x="73" y="515"/>
                        <a:pt x="73" y="515"/>
                      </a:cubicBezTo>
                      <a:cubicBezTo>
                        <a:pt x="59" y="515"/>
                        <a:pt x="44" y="501"/>
                        <a:pt x="44" y="471"/>
                      </a:cubicBezTo>
                      <a:cubicBezTo>
                        <a:pt x="44" y="353"/>
                        <a:pt x="44" y="353"/>
                        <a:pt x="44" y="353"/>
                      </a:cubicBezTo>
                      <a:cubicBezTo>
                        <a:pt x="44" y="339"/>
                        <a:pt x="59" y="324"/>
                        <a:pt x="73" y="324"/>
                      </a:cubicBezTo>
                      <a:lnTo>
                        <a:pt x="88" y="324"/>
                      </a:lnTo>
                      <a:close/>
                      <a:moveTo>
                        <a:pt x="485" y="515"/>
                      </a:moveTo>
                      <a:lnTo>
                        <a:pt x="485" y="515"/>
                      </a:lnTo>
                      <a:cubicBezTo>
                        <a:pt x="471" y="515"/>
                        <a:pt x="471" y="515"/>
                        <a:pt x="471" y="515"/>
                      </a:cubicBezTo>
                      <a:cubicBezTo>
                        <a:pt x="456" y="515"/>
                        <a:pt x="426" y="501"/>
                        <a:pt x="426" y="471"/>
                      </a:cubicBezTo>
                      <a:cubicBezTo>
                        <a:pt x="426" y="353"/>
                        <a:pt x="426" y="353"/>
                        <a:pt x="426" y="353"/>
                      </a:cubicBezTo>
                      <a:cubicBezTo>
                        <a:pt x="426" y="339"/>
                        <a:pt x="456" y="324"/>
                        <a:pt x="471" y="324"/>
                      </a:cubicBezTo>
                      <a:cubicBezTo>
                        <a:pt x="500" y="324"/>
                        <a:pt x="500" y="324"/>
                        <a:pt x="500" y="324"/>
                      </a:cubicBezTo>
                      <a:cubicBezTo>
                        <a:pt x="500" y="353"/>
                        <a:pt x="515" y="383"/>
                        <a:pt x="515" y="412"/>
                      </a:cubicBezTo>
                      <a:cubicBezTo>
                        <a:pt x="515" y="442"/>
                        <a:pt x="500" y="486"/>
                        <a:pt x="485" y="515"/>
                      </a:cubicBezTo>
                      <a:close/>
                      <a:moveTo>
                        <a:pt x="588" y="471"/>
                      </a:moveTo>
                      <a:lnTo>
                        <a:pt x="588" y="471"/>
                      </a:lnTo>
                      <a:cubicBezTo>
                        <a:pt x="588" y="501"/>
                        <a:pt x="574" y="515"/>
                        <a:pt x="544" y="515"/>
                      </a:cubicBezTo>
                      <a:cubicBezTo>
                        <a:pt x="530" y="515"/>
                        <a:pt x="530" y="515"/>
                        <a:pt x="530" y="515"/>
                      </a:cubicBezTo>
                      <a:cubicBezTo>
                        <a:pt x="544" y="486"/>
                        <a:pt x="544" y="442"/>
                        <a:pt x="544" y="412"/>
                      </a:cubicBezTo>
                      <a:cubicBezTo>
                        <a:pt x="544" y="383"/>
                        <a:pt x="544" y="353"/>
                        <a:pt x="530" y="324"/>
                      </a:cubicBezTo>
                      <a:cubicBezTo>
                        <a:pt x="544" y="324"/>
                        <a:pt x="544" y="324"/>
                        <a:pt x="544" y="324"/>
                      </a:cubicBezTo>
                      <a:cubicBezTo>
                        <a:pt x="574" y="324"/>
                        <a:pt x="588" y="339"/>
                        <a:pt x="588" y="353"/>
                      </a:cubicBezTo>
                      <a:lnTo>
                        <a:pt x="588" y="47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0" name="TextBox 33"/>
              <p:cNvSpPr txBox="1"/>
              <p:nvPr/>
            </p:nvSpPr>
            <p:spPr>
              <a:xfrm>
                <a:off x="3442007" y="2783382"/>
                <a:ext cx="111838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5400" dirty="0">
                    <a:solidFill>
                      <a:srgbClr val="005FA5"/>
                    </a:solidFill>
                    <a:cs typeface="+mn-ea"/>
                    <a:sym typeface="+mn-lt"/>
                  </a:rPr>
                  <a:t>02</a:t>
                </a:r>
                <a:endParaRPr lang="en-US" sz="5400" dirty="0">
                  <a:solidFill>
                    <a:srgbClr val="005FA5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5097019" y="2847292"/>
              <a:ext cx="1443605" cy="2039390"/>
              <a:chOff x="5097019" y="2111311"/>
              <a:chExt cx="1443605" cy="2039390"/>
            </a:xfrm>
          </p:grpSpPr>
          <p:sp>
            <p:nvSpPr>
              <p:cNvPr id="15" name="Rectangle 6"/>
              <p:cNvSpPr/>
              <p:nvPr/>
            </p:nvSpPr>
            <p:spPr>
              <a:xfrm>
                <a:off x="5097019" y="2610657"/>
                <a:ext cx="1443605" cy="1443606"/>
              </a:xfrm>
              <a:prstGeom prst="rect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>
                  <a:cs typeface="+mn-ea"/>
                  <a:sym typeface="+mn-lt"/>
                </a:endParaRPr>
              </a:p>
            </p:txBody>
          </p:sp>
          <p:grpSp>
            <p:nvGrpSpPr>
              <p:cNvPr id="16" name="组合 15"/>
              <p:cNvGrpSpPr/>
              <p:nvPr/>
            </p:nvGrpSpPr>
            <p:grpSpPr>
              <a:xfrm>
                <a:off x="5539718" y="2111311"/>
                <a:ext cx="617979" cy="617979"/>
                <a:chOff x="5361299" y="2047228"/>
                <a:chExt cx="985609" cy="985609"/>
              </a:xfrm>
            </p:grpSpPr>
            <p:sp>
              <p:nvSpPr>
                <p:cNvPr id="17" name="Oval 13"/>
                <p:cNvSpPr/>
                <p:nvPr/>
              </p:nvSpPr>
              <p:spPr>
                <a:xfrm>
                  <a:off x="5361299" y="2047228"/>
                  <a:ext cx="985609" cy="985609"/>
                </a:xfrm>
                <a:prstGeom prst="ellipse">
                  <a:avLst/>
                </a:prstGeom>
                <a:solidFill>
                  <a:srgbClr val="005FA5"/>
                </a:solidFill>
                <a:ln w="762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1" name="Freeform 47"/>
                <p:cNvSpPr>
                  <a:spLocks noChangeArrowheads="1"/>
                </p:cNvSpPr>
                <p:nvPr/>
              </p:nvSpPr>
              <p:spPr bwMode="auto">
                <a:xfrm>
                  <a:off x="5644048" y="2346851"/>
                  <a:ext cx="439766" cy="386363"/>
                </a:xfrm>
                <a:custGeom>
                  <a:avLst/>
                  <a:gdLst>
                    <a:gd name="T0" fmla="*/ 221804 w 498"/>
                    <a:gd name="T1" fmla="*/ 194813 h 435"/>
                    <a:gd name="T2" fmla="*/ 221804 w 498"/>
                    <a:gd name="T3" fmla="*/ 194813 h 435"/>
                    <a:gd name="T4" fmla="*/ 217341 w 498"/>
                    <a:gd name="T5" fmla="*/ 147232 h 435"/>
                    <a:gd name="T6" fmla="*/ 189671 w 498"/>
                    <a:gd name="T7" fmla="*/ 131521 h 435"/>
                    <a:gd name="T8" fmla="*/ 166018 w 498"/>
                    <a:gd name="T9" fmla="*/ 103691 h 435"/>
                    <a:gd name="T10" fmla="*/ 174051 w 498"/>
                    <a:gd name="T11" fmla="*/ 87980 h 435"/>
                    <a:gd name="T12" fmla="*/ 182084 w 498"/>
                    <a:gd name="T13" fmla="*/ 71372 h 435"/>
                    <a:gd name="T14" fmla="*/ 178068 w 498"/>
                    <a:gd name="T15" fmla="*/ 67781 h 435"/>
                    <a:gd name="T16" fmla="*/ 182084 w 498"/>
                    <a:gd name="T17" fmla="*/ 51621 h 435"/>
                    <a:gd name="T18" fmla="*/ 154415 w 498"/>
                    <a:gd name="T19" fmla="*/ 27830 h 435"/>
                    <a:gd name="T20" fmla="*/ 126745 w 498"/>
                    <a:gd name="T21" fmla="*/ 51621 h 435"/>
                    <a:gd name="T22" fmla="*/ 130762 w 498"/>
                    <a:gd name="T23" fmla="*/ 67781 h 435"/>
                    <a:gd name="T24" fmla="*/ 126745 w 498"/>
                    <a:gd name="T25" fmla="*/ 71372 h 435"/>
                    <a:gd name="T26" fmla="*/ 134778 w 498"/>
                    <a:gd name="T27" fmla="*/ 87980 h 435"/>
                    <a:gd name="T28" fmla="*/ 138795 w 498"/>
                    <a:gd name="T29" fmla="*/ 103691 h 435"/>
                    <a:gd name="T30" fmla="*/ 130762 w 498"/>
                    <a:gd name="T31" fmla="*/ 123441 h 435"/>
                    <a:gd name="T32" fmla="*/ 170035 w 498"/>
                    <a:gd name="T33" fmla="*/ 163392 h 435"/>
                    <a:gd name="T34" fmla="*/ 170035 w 498"/>
                    <a:gd name="T35" fmla="*/ 194813 h 435"/>
                    <a:gd name="T36" fmla="*/ 221804 w 498"/>
                    <a:gd name="T37" fmla="*/ 194813 h 435"/>
                    <a:gd name="T38" fmla="*/ 115142 w 498"/>
                    <a:gd name="T39" fmla="*/ 135561 h 435"/>
                    <a:gd name="T40" fmla="*/ 115142 w 498"/>
                    <a:gd name="T41" fmla="*/ 135561 h 435"/>
                    <a:gd name="T42" fmla="*/ 83455 w 498"/>
                    <a:gd name="T43" fmla="*/ 103691 h 435"/>
                    <a:gd name="T44" fmla="*/ 95059 w 498"/>
                    <a:gd name="T45" fmla="*/ 75412 h 435"/>
                    <a:gd name="T46" fmla="*/ 103092 w 498"/>
                    <a:gd name="T47" fmla="*/ 59701 h 435"/>
                    <a:gd name="T48" fmla="*/ 99075 w 498"/>
                    <a:gd name="T49" fmla="*/ 51621 h 435"/>
                    <a:gd name="T50" fmla="*/ 103092 w 498"/>
                    <a:gd name="T51" fmla="*/ 31870 h 435"/>
                    <a:gd name="T52" fmla="*/ 67389 w 498"/>
                    <a:gd name="T53" fmla="*/ 0 h 435"/>
                    <a:gd name="T54" fmla="*/ 31686 w 498"/>
                    <a:gd name="T55" fmla="*/ 31870 h 435"/>
                    <a:gd name="T56" fmla="*/ 31686 w 498"/>
                    <a:gd name="T57" fmla="*/ 51621 h 435"/>
                    <a:gd name="T58" fmla="*/ 31686 w 498"/>
                    <a:gd name="T59" fmla="*/ 59701 h 435"/>
                    <a:gd name="T60" fmla="*/ 39719 w 498"/>
                    <a:gd name="T61" fmla="*/ 75412 h 435"/>
                    <a:gd name="T62" fmla="*/ 47753 w 498"/>
                    <a:gd name="T63" fmla="*/ 103691 h 435"/>
                    <a:gd name="T64" fmla="*/ 20083 w 498"/>
                    <a:gd name="T65" fmla="*/ 135561 h 435"/>
                    <a:gd name="T66" fmla="*/ 0 w 498"/>
                    <a:gd name="T67" fmla="*/ 155312 h 435"/>
                    <a:gd name="T68" fmla="*/ 0 w 498"/>
                    <a:gd name="T69" fmla="*/ 194813 h 435"/>
                    <a:gd name="T70" fmla="*/ 154415 w 498"/>
                    <a:gd name="T71" fmla="*/ 194813 h 435"/>
                    <a:gd name="T72" fmla="*/ 154415 w 498"/>
                    <a:gd name="T73" fmla="*/ 163392 h 435"/>
                    <a:gd name="T74" fmla="*/ 115142 w 498"/>
                    <a:gd name="T75" fmla="*/ 135561 h 435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0" t="0" r="r" b="b"/>
                  <a:pathLst>
                    <a:path w="498" h="435">
                      <a:moveTo>
                        <a:pt x="497" y="434"/>
                      </a:moveTo>
                      <a:lnTo>
                        <a:pt x="497" y="434"/>
                      </a:lnTo>
                      <a:cubicBezTo>
                        <a:pt x="497" y="434"/>
                        <a:pt x="497" y="337"/>
                        <a:pt x="487" y="328"/>
                      </a:cubicBezTo>
                      <a:cubicBezTo>
                        <a:pt x="479" y="319"/>
                        <a:pt x="462" y="302"/>
                        <a:pt x="425" y="293"/>
                      </a:cubicBezTo>
                      <a:cubicBezTo>
                        <a:pt x="390" y="275"/>
                        <a:pt x="372" y="257"/>
                        <a:pt x="372" y="231"/>
                      </a:cubicBezTo>
                      <a:cubicBezTo>
                        <a:pt x="372" y="213"/>
                        <a:pt x="390" y="222"/>
                        <a:pt x="390" y="196"/>
                      </a:cubicBezTo>
                      <a:cubicBezTo>
                        <a:pt x="390" y="178"/>
                        <a:pt x="408" y="196"/>
                        <a:pt x="408" y="159"/>
                      </a:cubicBezTo>
                      <a:cubicBezTo>
                        <a:pt x="408" y="151"/>
                        <a:pt x="399" y="151"/>
                        <a:pt x="399" y="151"/>
                      </a:cubicBezTo>
                      <a:cubicBezTo>
                        <a:pt x="399" y="151"/>
                        <a:pt x="408" y="133"/>
                        <a:pt x="408" y="115"/>
                      </a:cubicBezTo>
                      <a:cubicBezTo>
                        <a:pt x="408" y="98"/>
                        <a:pt x="399" y="62"/>
                        <a:pt x="346" y="62"/>
                      </a:cubicBezTo>
                      <a:cubicBezTo>
                        <a:pt x="293" y="62"/>
                        <a:pt x="284" y="98"/>
                        <a:pt x="284" y="115"/>
                      </a:cubicBezTo>
                      <a:cubicBezTo>
                        <a:pt x="284" y="133"/>
                        <a:pt x="293" y="151"/>
                        <a:pt x="293" y="151"/>
                      </a:cubicBezTo>
                      <a:cubicBezTo>
                        <a:pt x="293" y="151"/>
                        <a:pt x="284" y="151"/>
                        <a:pt x="284" y="159"/>
                      </a:cubicBezTo>
                      <a:cubicBezTo>
                        <a:pt x="284" y="196"/>
                        <a:pt x="293" y="178"/>
                        <a:pt x="302" y="196"/>
                      </a:cubicBezTo>
                      <a:cubicBezTo>
                        <a:pt x="302" y="222"/>
                        <a:pt x="311" y="213"/>
                        <a:pt x="311" y="231"/>
                      </a:cubicBezTo>
                      <a:cubicBezTo>
                        <a:pt x="311" y="249"/>
                        <a:pt x="311" y="266"/>
                        <a:pt x="293" y="275"/>
                      </a:cubicBezTo>
                      <a:cubicBezTo>
                        <a:pt x="372" y="319"/>
                        <a:pt x="381" y="319"/>
                        <a:pt x="381" y="364"/>
                      </a:cubicBezTo>
                      <a:cubicBezTo>
                        <a:pt x="381" y="434"/>
                        <a:pt x="381" y="434"/>
                        <a:pt x="381" y="434"/>
                      </a:cubicBezTo>
                      <a:lnTo>
                        <a:pt x="497" y="434"/>
                      </a:lnTo>
                      <a:close/>
                      <a:moveTo>
                        <a:pt x="258" y="302"/>
                      </a:moveTo>
                      <a:lnTo>
                        <a:pt x="258" y="302"/>
                      </a:lnTo>
                      <a:cubicBezTo>
                        <a:pt x="204" y="284"/>
                        <a:pt x="187" y="266"/>
                        <a:pt x="187" y="231"/>
                      </a:cubicBezTo>
                      <a:cubicBezTo>
                        <a:pt x="187" y="204"/>
                        <a:pt x="204" y="213"/>
                        <a:pt x="213" y="168"/>
                      </a:cubicBezTo>
                      <a:cubicBezTo>
                        <a:pt x="213" y="159"/>
                        <a:pt x="231" y="168"/>
                        <a:pt x="231" y="133"/>
                      </a:cubicBezTo>
                      <a:cubicBezTo>
                        <a:pt x="231" y="115"/>
                        <a:pt x="222" y="115"/>
                        <a:pt x="222" y="115"/>
                      </a:cubicBezTo>
                      <a:cubicBezTo>
                        <a:pt x="222" y="115"/>
                        <a:pt x="222" y="89"/>
                        <a:pt x="231" y="71"/>
                      </a:cubicBezTo>
                      <a:cubicBezTo>
                        <a:pt x="231" y="53"/>
                        <a:pt x="213" y="0"/>
                        <a:pt x="151" y="0"/>
                      </a:cubicBezTo>
                      <a:cubicBezTo>
                        <a:pt x="80" y="0"/>
                        <a:pt x="71" y="53"/>
                        <a:pt x="71" y="71"/>
                      </a:cubicBezTo>
                      <a:cubicBezTo>
                        <a:pt x="71" y="89"/>
                        <a:pt x="71" y="115"/>
                        <a:pt x="71" y="115"/>
                      </a:cubicBezTo>
                      <a:cubicBezTo>
                        <a:pt x="71" y="115"/>
                        <a:pt x="71" y="115"/>
                        <a:pt x="71" y="133"/>
                      </a:cubicBezTo>
                      <a:cubicBezTo>
                        <a:pt x="71" y="168"/>
                        <a:pt x="80" y="159"/>
                        <a:pt x="89" y="168"/>
                      </a:cubicBezTo>
                      <a:cubicBezTo>
                        <a:pt x="89" y="213"/>
                        <a:pt x="107" y="204"/>
                        <a:pt x="107" y="231"/>
                      </a:cubicBezTo>
                      <a:cubicBezTo>
                        <a:pt x="107" y="266"/>
                        <a:pt x="89" y="284"/>
                        <a:pt x="45" y="302"/>
                      </a:cubicBezTo>
                      <a:cubicBezTo>
                        <a:pt x="27" y="310"/>
                        <a:pt x="0" y="319"/>
                        <a:pt x="0" y="346"/>
                      </a:cubicBezTo>
                      <a:cubicBezTo>
                        <a:pt x="0" y="434"/>
                        <a:pt x="0" y="434"/>
                        <a:pt x="0" y="434"/>
                      </a:cubicBezTo>
                      <a:cubicBezTo>
                        <a:pt x="346" y="434"/>
                        <a:pt x="346" y="434"/>
                        <a:pt x="346" y="434"/>
                      </a:cubicBezTo>
                      <a:cubicBezTo>
                        <a:pt x="346" y="434"/>
                        <a:pt x="346" y="381"/>
                        <a:pt x="346" y="364"/>
                      </a:cubicBezTo>
                      <a:cubicBezTo>
                        <a:pt x="346" y="346"/>
                        <a:pt x="302" y="328"/>
                        <a:pt x="258" y="302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lIns="34290" tIns="17145" rIns="34290" bIns="17145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3" name="TextBox 34"/>
              <p:cNvSpPr txBox="1"/>
              <p:nvPr/>
            </p:nvSpPr>
            <p:spPr>
              <a:xfrm>
                <a:off x="5299680" y="3227371"/>
                <a:ext cx="111838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5400" dirty="0">
                    <a:solidFill>
                      <a:schemeClr val="bg1"/>
                    </a:solidFill>
                    <a:cs typeface="+mn-ea"/>
                    <a:sym typeface="+mn-lt"/>
                  </a:rPr>
                  <a:t>03</a:t>
                </a:r>
                <a:endParaRPr lang="id-ID" sz="54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6945433" y="3346638"/>
              <a:ext cx="1443605" cy="1896572"/>
              <a:chOff x="6945433" y="2610657"/>
              <a:chExt cx="1443605" cy="1896572"/>
            </a:xfrm>
          </p:grpSpPr>
          <p:sp>
            <p:nvSpPr>
              <p:cNvPr id="35" name="Rectangle 7"/>
              <p:cNvSpPr/>
              <p:nvPr/>
            </p:nvSpPr>
            <p:spPr>
              <a:xfrm>
                <a:off x="6945433" y="2610657"/>
                <a:ext cx="1443605" cy="1443606"/>
              </a:xfrm>
              <a:prstGeom prst="rect">
                <a:avLst/>
              </a:prstGeom>
              <a:solidFill>
                <a:srgbClr val="BAE2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>
                  <a:cs typeface="+mn-ea"/>
                  <a:sym typeface="+mn-lt"/>
                </a:endParaRPr>
              </a:p>
            </p:txBody>
          </p:sp>
          <p:grpSp>
            <p:nvGrpSpPr>
              <p:cNvPr id="36" name="组合 35"/>
              <p:cNvGrpSpPr/>
              <p:nvPr/>
            </p:nvGrpSpPr>
            <p:grpSpPr>
              <a:xfrm>
                <a:off x="7388596" y="3889250"/>
                <a:ext cx="617979" cy="617979"/>
                <a:chOff x="7210177" y="3825167"/>
                <a:chExt cx="985609" cy="985609"/>
              </a:xfrm>
            </p:grpSpPr>
            <p:sp>
              <p:nvSpPr>
                <p:cNvPr id="37" name="Oval 14"/>
                <p:cNvSpPr/>
                <p:nvPr/>
              </p:nvSpPr>
              <p:spPr>
                <a:xfrm>
                  <a:off x="7210177" y="3825167"/>
                  <a:ext cx="985609" cy="985609"/>
                </a:xfrm>
                <a:prstGeom prst="ellipse">
                  <a:avLst/>
                </a:prstGeom>
                <a:solidFill>
                  <a:srgbClr val="BAE2FF"/>
                </a:solidFill>
                <a:ln w="762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8" name="Freeform 79"/>
                <p:cNvSpPr>
                  <a:spLocks noChangeArrowheads="1"/>
                </p:cNvSpPr>
                <p:nvPr/>
              </p:nvSpPr>
              <p:spPr bwMode="auto">
                <a:xfrm>
                  <a:off x="7472738" y="4086023"/>
                  <a:ext cx="460487" cy="463897"/>
                </a:xfrm>
                <a:custGeom>
                  <a:avLst/>
                  <a:gdLst>
                    <a:gd name="T0" fmla="*/ 106933 w 479"/>
                    <a:gd name="T1" fmla="*/ 0 h 479"/>
                    <a:gd name="T2" fmla="*/ 106933 w 479"/>
                    <a:gd name="T3" fmla="*/ 0 h 479"/>
                    <a:gd name="T4" fmla="*/ 0 w 479"/>
                    <a:gd name="T5" fmla="*/ 107725 h 479"/>
                    <a:gd name="T6" fmla="*/ 106933 w 479"/>
                    <a:gd name="T7" fmla="*/ 215449 h 479"/>
                    <a:gd name="T8" fmla="*/ 213866 w 479"/>
                    <a:gd name="T9" fmla="*/ 107725 h 479"/>
                    <a:gd name="T10" fmla="*/ 106933 w 479"/>
                    <a:gd name="T11" fmla="*/ 0 h 479"/>
                    <a:gd name="T12" fmla="*/ 198206 w 479"/>
                    <a:gd name="T13" fmla="*/ 107725 h 479"/>
                    <a:gd name="T14" fmla="*/ 198206 w 479"/>
                    <a:gd name="T15" fmla="*/ 107725 h 479"/>
                    <a:gd name="T16" fmla="*/ 178520 w 479"/>
                    <a:gd name="T17" fmla="*/ 163615 h 479"/>
                    <a:gd name="T18" fmla="*/ 174493 w 479"/>
                    <a:gd name="T19" fmla="*/ 147840 h 479"/>
                    <a:gd name="T20" fmla="*/ 178520 w 479"/>
                    <a:gd name="T21" fmla="*/ 115838 h 479"/>
                    <a:gd name="T22" fmla="*/ 166439 w 479"/>
                    <a:gd name="T23" fmla="*/ 91949 h 479"/>
                    <a:gd name="T24" fmla="*/ 142726 w 479"/>
                    <a:gd name="T25" fmla="*/ 80230 h 479"/>
                    <a:gd name="T26" fmla="*/ 154806 w 479"/>
                    <a:gd name="T27" fmla="*/ 39664 h 479"/>
                    <a:gd name="T28" fmla="*/ 131093 w 479"/>
                    <a:gd name="T29" fmla="*/ 27945 h 479"/>
                    <a:gd name="T30" fmla="*/ 134673 w 479"/>
                    <a:gd name="T31" fmla="*/ 23889 h 479"/>
                    <a:gd name="T32" fmla="*/ 198206 w 479"/>
                    <a:gd name="T33" fmla="*/ 107725 h 479"/>
                    <a:gd name="T34" fmla="*/ 94853 w 479"/>
                    <a:gd name="T35" fmla="*/ 19832 h 479"/>
                    <a:gd name="T36" fmla="*/ 94853 w 479"/>
                    <a:gd name="T37" fmla="*/ 19832 h 479"/>
                    <a:gd name="T38" fmla="*/ 83220 w 479"/>
                    <a:gd name="T39" fmla="*/ 27945 h 479"/>
                    <a:gd name="T40" fmla="*/ 67113 w 479"/>
                    <a:gd name="T41" fmla="*/ 39664 h 479"/>
                    <a:gd name="T42" fmla="*/ 51453 w 479"/>
                    <a:gd name="T43" fmla="*/ 59947 h 479"/>
                    <a:gd name="T44" fmla="*/ 59507 w 479"/>
                    <a:gd name="T45" fmla="*/ 71666 h 479"/>
                    <a:gd name="T46" fmla="*/ 79193 w 479"/>
                    <a:gd name="T47" fmla="*/ 71666 h 479"/>
                    <a:gd name="T48" fmla="*/ 110960 w 479"/>
                    <a:gd name="T49" fmla="*/ 107725 h 479"/>
                    <a:gd name="T50" fmla="*/ 83220 w 479"/>
                    <a:gd name="T51" fmla="*/ 131613 h 479"/>
                    <a:gd name="T52" fmla="*/ 79193 w 479"/>
                    <a:gd name="T53" fmla="*/ 151896 h 479"/>
                    <a:gd name="T54" fmla="*/ 79193 w 479"/>
                    <a:gd name="T55" fmla="*/ 175785 h 479"/>
                    <a:gd name="T56" fmla="*/ 59507 w 479"/>
                    <a:gd name="T57" fmla="*/ 155502 h 479"/>
                    <a:gd name="T58" fmla="*/ 55480 w 479"/>
                    <a:gd name="T59" fmla="*/ 128008 h 479"/>
                    <a:gd name="T60" fmla="*/ 39373 w 479"/>
                    <a:gd name="T61" fmla="*/ 107725 h 479"/>
                    <a:gd name="T62" fmla="*/ 47426 w 479"/>
                    <a:gd name="T63" fmla="*/ 83836 h 479"/>
                    <a:gd name="T64" fmla="*/ 23713 w 479"/>
                    <a:gd name="T65" fmla="*/ 76173 h 479"/>
                    <a:gd name="T66" fmla="*/ 94853 w 479"/>
                    <a:gd name="T67" fmla="*/ 19832 h 479"/>
                    <a:gd name="T68" fmla="*/ 79193 w 479"/>
                    <a:gd name="T69" fmla="*/ 195617 h 479"/>
                    <a:gd name="T70" fmla="*/ 79193 w 479"/>
                    <a:gd name="T71" fmla="*/ 195617 h 479"/>
                    <a:gd name="T72" fmla="*/ 91273 w 479"/>
                    <a:gd name="T73" fmla="*/ 187504 h 479"/>
                    <a:gd name="T74" fmla="*/ 106933 w 479"/>
                    <a:gd name="T75" fmla="*/ 183447 h 479"/>
                    <a:gd name="T76" fmla="*/ 131093 w 479"/>
                    <a:gd name="T77" fmla="*/ 175785 h 479"/>
                    <a:gd name="T78" fmla="*/ 158386 w 479"/>
                    <a:gd name="T79" fmla="*/ 183447 h 479"/>
                    <a:gd name="T80" fmla="*/ 106933 w 479"/>
                    <a:gd name="T81" fmla="*/ 199674 h 479"/>
                    <a:gd name="T82" fmla="*/ 79193 w 479"/>
                    <a:gd name="T83" fmla="*/ 195617 h 479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479" h="479">
                      <a:moveTo>
                        <a:pt x="239" y="0"/>
                      </a:moveTo>
                      <a:lnTo>
                        <a:pt x="239" y="0"/>
                      </a:lnTo>
                      <a:cubicBezTo>
                        <a:pt x="106" y="0"/>
                        <a:pt x="0" y="106"/>
                        <a:pt x="0" y="239"/>
                      </a:cubicBezTo>
                      <a:cubicBezTo>
                        <a:pt x="0" y="372"/>
                        <a:pt x="106" y="478"/>
                        <a:pt x="239" y="478"/>
                      </a:cubicBezTo>
                      <a:cubicBezTo>
                        <a:pt x="372" y="478"/>
                        <a:pt x="478" y="372"/>
                        <a:pt x="478" y="239"/>
                      </a:cubicBezTo>
                      <a:cubicBezTo>
                        <a:pt x="478" y="106"/>
                        <a:pt x="372" y="0"/>
                        <a:pt x="239" y="0"/>
                      </a:cubicBezTo>
                      <a:close/>
                      <a:moveTo>
                        <a:pt x="443" y="239"/>
                      </a:moveTo>
                      <a:lnTo>
                        <a:pt x="443" y="239"/>
                      </a:lnTo>
                      <a:cubicBezTo>
                        <a:pt x="443" y="292"/>
                        <a:pt x="425" y="328"/>
                        <a:pt x="399" y="363"/>
                      </a:cubicBezTo>
                      <a:cubicBezTo>
                        <a:pt x="390" y="363"/>
                        <a:pt x="381" y="345"/>
                        <a:pt x="390" y="328"/>
                      </a:cubicBezTo>
                      <a:cubicBezTo>
                        <a:pt x="399" y="310"/>
                        <a:pt x="399" y="275"/>
                        <a:pt x="399" y="257"/>
                      </a:cubicBezTo>
                      <a:cubicBezTo>
                        <a:pt x="399" y="239"/>
                        <a:pt x="390" y="204"/>
                        <a:pt x="372" y="204"/>
                      </a:cubicBezTo>
                      <a:cubicBezTo>
                        <a:pt x="346" y="204"/>
                        <a:pt x="337" y="204"/>
                        <a:pt x="319" y="178"/>
                      </a:cubicBezTo>
                      <a:cubicBezTo>
                        <a:pt x="301" y="124"/>
                        <a:pt x="372" y="115"/>
                        <a:pt x="346" y="88"/>
                      </a:cubicBezTo>
                      <a:cubicBezTo>
                        <a:pt x="337" y="80"/>
                        <a:pt x="301" y="115"/>
                        <a:pt x="293" y="62"/>
                      </a:cubicBezTo>
                      <a:lnTo>
                        <a:pt x="301" y="53"/>
                      </a:lnTo>
                      <a:cubicBezTo>
                        <a:pt x="381" y="80"/>
                        <a:pt x="443" y="150"/>
                        <a:pt x="443" y="239"/>
                      </a:cubicBezTo>
                      <a:close/>
                      <a:moveTo>
                        <a:pt x="212" y="44"/>
                      </a:moveTo>
                      <a:lnTo>
                        <a:pt x="212" y="44"/>
                      </a:lnTo>
                      <a:cubicBezTo>
                        <a:pt x="204" y="53"/>
                        <a:pt x="194" y="53"/>
                        <a:pt x="186" y="62"/>
                      </a:cubicBezTo>
                      <a:cubicBezTo>
                        <a:pt x="168" y="80"/>
                        <a:pt x="159" y="71"/>
                        <a:pt x="150" y="88"/>
                      </a:cubicBezTo>
                      <a:cubicBezTo>
                        <a:pt x="141" y="106"/>
                        <a:pt x="115" y="124"/>
                        <a:pt x="115" y="133"/>
                      </a:cubicBezTo>
                      <a:cubicBezTo>
                        <a:pt x="115" y="142"/>
                        <a:pt x="133" y="159"/>
                        <a:pt x="133" y="159"/>
                      </a:cubicBezTo>
                      <a:cubicBezTo>
                        <a:pt x="141" y="150"/>
                        <a:pt x="159" y="150"/>
                        <a:pt x="177" y="159"/>
                      </a:cubicBezTo>
                      <a:cubicBezTo>
                        <a:pt x="186" y="159"/>
                        <a:pt x="275" y="169"/>
                        <a:pt x="248" y="239"/>
                      </a:cubicBezTo>
                      <a:cubicBezTo>
                        <a:pt x="239" y="266"/>
                        <a:pt x="194" y="257"/>
                        <a:pt x="186" y="292"/>
                      </a:cubicBezTo>
                      <a:cubicBezTo>
                        <a:pt x="186" y="301"/>
                        <a:pt x="186" y="328"/>
                        <a:pt x="177" y="337"/>
                      </a:cubicBezTo>
                      <a:cubicBezTo>
                        <a:pt x="177" y="345"/>
                        <a:pt x="186" y="390"/>
                        <a:pt x="177" y="390"/>
                      </a:cubicBezTo>
                      <a:cubicBezTo>
                        <a:pt x="168" y="390"/>
                        <a:pt x="133" y="345"/>
                        <a:pt x="133" y="345"/>
                      </a:cubicBezTo>
                      <a:cubicBezTo>
                        <a:pt x="133" y="337"/>
                        <a:pt x="124" y="310"/>
                        <a:pt x="124" y="284"/>
                      </a:cubicBezTo>
                      <a:cubicBezTo>
                        <a:pt x="124" y="266"/>
                        <a:pt x="88" y="266"/>
                        <a:pt x="88" y="239"/>
                      </a:cubicBezTo>
                      <a:cubicBezTo>
                        <a:pt x="88" y="213"/>
                        <a:pt x="106" y="195"/>
                        <a:pt x="106" y="186"/>
                      </a:cubicBezTo>
                      <a:cubicBezTo>
                        <a:pt x="97" y="169"/>
                        <a:pt x="62" y="169"/>
                        <a:pt x="53" y="169"/>
                      </a:cubicBezTo>
                      <a:cubicBezTo>
                        <a:pt x="80" y="97"/>
                        <a:pt x="141" y="53"/>
                        <a:pt x="212" y="44"/>
                      </a:cubicBezTo>
                      <a:close/>
                      <a:moveTo>
                        <a:pt x="177" y="434"/>
                      </a:moveTo>
                      <a:lnTo>
                        <a:pt x="177" y="434"/>
                      </a:lnTo>
                      <a:cubicBezTo>
                        <a:pt x="186" y="425"/>
                        <a:pt x="186" y="416"/>
                        <a:pt x="204" y="416"/>
                      </a:cubicBezTo>
                      <a:cubicBezTo>
                        <a:pt x="212" y="416"/>
                        <a:pt x="221" y="416"/>
                        <a:pt x="239" y="407"/>
                      </a:cubicBezTo>
                      <a:cubicBezTo>
                        <a:pt x="248" y="407"/>
                        <a:pt x="275" y="398"/>
                        <a:pt x="293" y="390"/>
                      </a:cubicBezTo>
                      <a:cubicBezTo>
                        <a:pt x="310" y="390"/>
                        <a:pt x="346" y="398"/>
                        <a:pt x="354" y="407"/>
                      </a:cubicBezTo>
                      <a:cubicBezTo>
                        <a:pt x="319" y="434"/>
                        <a:pt x="284" y="443"/>
                        <a:pt x="239" y="443"/>
                      </a:cubicBezTo>
                      <a:cubicBezTo>
                        <a:pt x="221" y="443"/>
                        <a:pt x="194" y="443"/>
                        <a:pt x="177" y="43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wrap="none" lIns="34290" tIns="17145" rIns="34290" bIns="17145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9" name="TextBox 35"/>
              <p:cNvSpPr txBox="1"/>
              <p:nvPr/>
            </p:nvSpPr>
            <p:spPr>
              <a:xfrm>
                <a:off x="7139236" y="2780846"/>
                <a:ext cx="111838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5400" dirty="0">
                    <a:solidFill>
                      <a:srgbClr val="005FA5"/>
                    </a:solidFill>
                    <a:cs typeface="+mn-ea"/>
                    <a:sym typeface="+mn-lt"/>
                  </a:rPr>
                  <a:t>04</a:t>
                </a:r>
                <a:endParaRPr lang="en-US" sz="5400" dirty="0">
                  <a:solidFill>
                    <a:srgbClr val="005FA5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42" name="Text Box 10"/>
          <p:cNvSpPr txBox="1">
            <a:spLocks noChangeArrowheads="1"/>
          </p:cNvSpPr>
          <p:nvPr/>
        </p:nvSpPr>
        <p:spPr bwMode="auto">
          <a:xfrm>
            <a:off x="1791997" y="5362083"/>
            <a:ext cx="3426774" cy="86305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773219" y="5020503"/>
            <a:ext cx="1930473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41" name="Text Box 10"/>
          <p:cNvSpPr txBox="1">
            <a:spLocks noChangeArrowheads="1"/>
          </p:cNvSpPr>
          <p:nvPr/>
        </p:nvSpPr>
        <p:spPr bwMode="auto">
          <a:xfrm>
            <a:off x="3661743" y="2150661"/>
            <a:ext cx="3426774" cy="86305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3642965" y="1809081"/>
            <a:ext cx="1930473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52" name="Text Box 10"/>
          <p:cNvSpPr txBox="1">
            <a:spLocks noChangeArrowheads="1"/>
          </p:cNvSpPr>
          <p:nvPr/>
        </p:nvSpPr>
        <p:spPr bwMode="auto">
          <a:xfrm>
            <a:off x="5507489" y="5362083"/>
            <a:ext cx="3426774" cy="86305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5488711" y="5020503"/>
            <a:ext cx="1930473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54" name="Text Box 10"/>
          <p:cNvSpPr txBox="1">
            <a:spLocks noChangeArrowheads="1"/>
          </p:cNvSpPr>
          <p:nvPr/>
        </p:nvSpPr>
        <p:spPr bwMode="auto">
          <a:xfrm>
            <a:off x="7377235" y="2150661"/>
            <a:ext cx="3426774" cy="86305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7358457" y="1809081"/>
            <a:ext cx="1930473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56" name="Footer Text"/>
          <p:cNvSpPr txBox="1"/>
          <p:nvPr/>
        </p:nvSpPr>
        <p:spPr>
          <a:xfrm>
            <a:off x="1343247" y="710205"/>
            <a:ext cx="32956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cs typeface="+mn-ea"/>
                <a:sym typeface="+mn-lt"/>
              </a:rPr>
              <a:t>研究方法与过程</a:t>
            </a:r>
            <a:endParaRPr lang="zh-CN" altLang="en-US" sz="2800" dirty="0">
              <a:cs typeface="+mn-ea"/>
              <a:sym typeface="+mn-lt"/>
            </a:endParaRPr>
          </a:p>
        </p:txBody>
      </p:sp>
      <p:pic>
        <p:nvPicPr>
          <p:cNvPr id="57" name="图片 56" descr="005Rm9jOly4grelek7dmbj30u00u0k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95325" y="601345"/>
            <a:ext cx="6477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 userDrawn="1"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>
            <a:off x="11379690" y="2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11859995" y="797633"/>
            <a:ext cx="216293" cy="1527440"/>
            <a:chOff x="11349438" y="764179"/>
            <a:chExt cx="216293" cy="1527440"/>
          </a:xfrm>
        </p:grpSpPr>
        <p:sp>
          <p:nvSpPr>
            <p:cNvPr id="9" name="等腰三角形 8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3" name="任意多边形: 形状 42"/>
          <p:cNvSpPr/>
          <p:nvPr userDrawn="1"/>
        </p:nvSpPr>
        <p:spPr>
          <a:xfrm rot="10800000">
            <a:off x="1" y="6209613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44" name="组合 43"/>
          <p:cNvGrpSpPr/>
          <p:nvPr userDrawn="1"/>
        </p:nvGrpSpPr>
        <p:grpSpPr>
          <a:xfrm rot="10800000">
            <a:off x="110007" y="4544081"/>
            <a:ext cx="216293" cy="1527440"/>
            <a:chOff x="11349438" y="764179"/>
            <a:chExt cx="216293" cy="1527440"/>
          </a:xfrm>
        </p:grpSpPr>
        <p:sp>
          <p:nvSpPr>
            <p:cNvPr id="45" name="等腰三角形 44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6" name="等腰三角形 45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" name="等腰三角形 47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9" name="等腰三角形 48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pic>
        <p:nvPicPr>
          <p:cNvPr id="30" name="图片 29" descr="caef76094b36acaf4fbac5a272e12c1600e99cd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7880" y="381635"/>
            <a:ext cx="792480" cy="158623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255731" y="1865904"/>
            <a:ext cx="5224866" cy="4217987"/>
            <a:chOff x="1255731" y="1865904"/>
            <a:chExt cx="5224866" cy="4217987"/>
          </a:xfrm>
        </p:grpSpPr>
        <p:sp>
          <p:nvSpPr>
            <p:cNvPr id="3" name="椭圆 2"/>
            <p:cNvSpPr/>
            <p:nvPr/>
          </p:nvSpPr>
          <p:spPr>
            <a:xfrm>
              <a:off x="1255731" y="1865904"/>
              <a:ext cx="4217987" cy="4217987"/>
            </a:xfrm>
            <a:prstGeom prst="ellipse">
              <a:avLst/>
            </a:prstGeom>
            <a:noFill/>
            <a:ln>
              <a:solidFill>
                <a:srgbClr val="005FA5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2585153" y="5549397"/>
              <a:ext cx="1579162" cy="338554"/>
            </a:xfrm>
            <a:prstGeom prst="rect">
              <a:avLst/>
            </a:prstGeom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bg2">
                      <a:lumMod val="10000"/>
                    </a:schemeClr>
                  </a:solidFill>
                  <a:cs typeface="+mn-ea"/>
                  <a:sym typeface="+mn-lt"/>
                </a:rPr>
                <a:t>输入小标题</a:t>
              </a:r>
              <a:endParaRPr lang="zh-CN" altLang="en-US" sz="1600" dirty="0">
                <a:solidFill>
                  <a:schemeClr val="bg2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1655780" y="1865904"/>
              <a:ext cx="3417887" cy="3417887"/>
            </a:xfrm>
            <a:prstGeom prst="ellipse">
              <a:avLst/>
            </a:prstGeom>
            <a:noFill/>
            <a:ln>
              <a:solidFill>
                <a:srgbClr val="005FA5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2585153" y="4707325"/>
              <a:ext cx="1579162" cy="338554"/>
            </a:xfrm>
            <a:prstGeom prst="rect">
              <a:avLst/>
            </a:prstGeom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bg2">
                      <a:lumMod val="10000"/>
                    </a:schemeClr>
                  </a:solidFill>
                  <a:cs typeface="+mn-ea"/>
                  <a:sym typeface="+mn-lt"/>
                </a:rPr>
                <a:t>输入小标题</a:t>
              </a:r>
              <a:endParaRPr lang="zh-CN" altLang="en-US" sz="1600" dirty="0">
                <a:solidFill>
                  <a:schemeClr val="bg2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 flipH="1">
              <a:off x="4552712" y="3703170"/>
              <a:ext cx="1825682" cy="0"/>
            </a:xfrm>
            <a:prstGeom prst="line">
              <a:avLst/>
            </a:prstGeom>
            <a:ln w="15875">
              <a:solidFill>
                <a:srgbClr val="BAE2FF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4654915" y="4675023"/>
              <a:ext cx="1825682" cy="0"/>
            </a:xfrm>
            <a:prstGeom prst="line">
              <a:avLst/>
            </a:prstGeom>
            <a:ln w="15875">
              <a:solidFill>
                <a:srgbClr val="BAE2FF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4506446" y="5726555"/>
              <a:ext cx="1825682" cy="0"/>
            </a:xfrm>
            <a:prstGeom prst="line">
              <a:avLst/>
            </a:prstGeom>
            <a:ln w="15875">
              <a:solidFill>
                <a:srgbClr val="BAE2FF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椭圆 20"/>
            <p:cNvSpPr/>
            <p:nvPr/>
          </p:nvSpPr>
          <p:spPr>
            <a:xfrm>
              <a:off x="2039501" y="1865904"/>
              <a:ext cx="2650444" cy="2650444"/>
            </a:xfrm>
            <a:prstGeom prst="ellipse">
              <a:avLst/>
            </a:prstGeom>
            <a:noFill/>
            <a:ln>
              <a:solidFill>
                <a:srgbClr val="005FA5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2585153" y="3897914"/>
              <a:ext cx="1579162" cy="338554"/>
            </a:xfrm>
            <a:prstGeom prst="rect">
              <a:avLst/>
            </a:prstGeom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bg2">
                      <a:lumMod val="10000"/>
                    </a:schemeClr>
                  </a:solidFill>
                  <a:cs typeface="+mn-ea"/>
                  <a:sym typeface="+mn-lt"/>
                </a:rPr>
                <a:t>输入小标题</a:t>
              </a:r>
              <a:endParaRPr lang="zh-CN" altLang="en-US" sz="1600" dirty="0">
                <a:solidFill>
                  <a:schemeClr val="bg2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2398729" y="1865904"/>
              <a:ext cx="1931987" cy="1931987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dirty="0">
                <a:cs typeface="+mn-ea"/>
                <a:sym typeface="+mn-lt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2585153" y="2641489"/>
              <a:ext cx="1579162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cs typeface="+mn-ea"/>
                  <a:sym typeface="+mn-lt"/>
                </a:rPr>
                <a:t>输入小标题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27" name="直接连接符 26"/>
            <p:cNvCxnSpPr/>
            <p:nvPr/>
          </p:nvCxnSpPr>
          <p:spPr>
            <a:xfrm flipH="1">
              <a:off x="4330716" y="2779017"/>
              <a:ext cx="1825682" cy="0"/>
            </a:xfrm>
            <a:prstGeom prst="line">
              <a:avLst/>
            </a:prstGeom>
            <a:ln w="15875">
              <a:solidFill>
                <a:srgbClr val="BAE2FF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本框 17"/>
          <p:cNvSpPr txBox="1"/>
          <p:nvPr/>
        </p:nvSpPr>
        <p:spPr>
          <a:xfrm>
            <a:off x="5660142" y="2244679"/>
            <a:ext cx="5918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cs typeface="+mn-ea"/>
                <a:sym typeface="+mn-lt"/>
              </a:rPr>
              <a:t>01</a:t>
            </a:r>
            <a:endParaRPr lang="zh-CN" altLang="en-US" sz="2800" dirty="0"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841818" y="3168831"/>
            <a:ext cx="5918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cs typeface="+mn-ea"/>
                <a:sym typeface="+mn-lt"/>
              </a:rPr>
              <a:t>02</a:t>
            </a:r>
            <a:endParaRPr lang="zh-CN" altLang="en-US" sz="2800" dirty="0"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930446" y="4149797"/>
            <a:ext cx="5918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cs typeface="+mn-ea"/>
                <a:sym typeface="+mn-lt"/>
              </a:rPr>
              <a:t>03</a:t>
            </a:r>
            <a:endParaRPr lang="zh-CN" altLang="en-US" sz="2800" dirty="0">
              <a:cs typeface="+mn-ea"/>
              <a:sym typeface="+mn-lt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820924" y="5203335"/>
            <a:ext cx="5918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cs typeface="+mn-ea"/>
                <a:sym typeface="+mn-lt"/>
              </a:rPr>
              <a:t>04</a:t>
            </a:r>
            <a:endParaRPr lang="zh-CN" altLang="en-US" sz="2800" dirty="0">
              <a:cs typeface="+mn-ea"/>
              <a:sym typeface="+mn-lt"/>
            </a:endParaRPr>
          </a:p>
        </p:txBody>
      </p:sp>
      <p:sp>
        <p:nvSpPr>
          <p:cNvPr id="51" name="Text Box 10"/>
          <p:cNvSpPr txBox="1">
            <a:spLocks noChangeArrowheads="1"/>
          </p:cNvSpPr>
          <p:nvPr/>
        </p:nvSpPr>
        <p:spPr bwMode="auto">
          <a:xfrm>
            <a:off x="6391969" y="2244679"/>
            <a:ext cx="4471001" cy="5860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53" name="Text Box 10"/>
          <p:cNvSpPr txBox="1">
            <a:spLocks noChangeArrowheads="1"/>
          </p:cNvSpPr>
          <p:nvPr/>
        </p:nvSpPr>
        <p:spPr bwMode="auto">
          <a:xfrm>
            <a:off x="6591009" y="3307269"/>
            <a:ext cx="4471001" cy="5860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55" name="Text Box 10"/>
          <p:cNvSpPr txBox="1">
            <a:spLocks noChangeArrowheads="1"/>
          </p:cNvSpPr>
          <p:nvPr/>
        </p:nvSpPr>
        <p:spPr bwMode="auto">
          <a:xfrm>
            <a:off x="6591009" y="4353611"/>
            <a:ext cx="4471001" cy="5860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57" name="Text Box 10"/>
          <p:cNvSpPr txBox="1">
            <a:spLocks noChangeArrowheads="1"/>
          </p:cNvSpPr>
          <p:nvPr/>
        </p:nvSpPr>
        <p:spPr bwMode="auto">
          <a:xfrm>
            <a:off x="6591009" y="5361332"/>
            <a:ext cx="4471001" cy="5860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63" name="Footer Text"/>
          <p:cNvSpPr txBox="1"/>
          <p:nvPr/>
        </p:nvSpPr>
        <p:spPr>
          <a:xfrm>
            <a:off x="1343247" y="710205"/>
            <a:ext cx="32956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cs typeface="+mn-ea"/>
                <a:sym typeface="+mn-lt"/>
              </a:rPr>
              <a:t>研究方法与过程</a:t>
            </a:r>
            <a:endParaRPr lang="zh-CN" altLang="en-US" sz="2800" dirty="0">
              <a:cs typeface="+mn-ea"/>
              <a:sym typeface="+mn-lt"/>
            </a:endParaRPr>
          </a:p>
        </p:txBody>
      </p:sp>
      <p:pic>
        <p:nvPicPr>
          <p:cNvPr id="28" name="图片 27" descr="005Rm9jOly4grelek7dmbj30u00u0k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95325" y="601345"/>
            <a:ext cx="6477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 userDrawn="1"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>
            <a:off x="11379690" y="2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11859995" y="797633"/>
            <a:ext cx="216293" cy="1527440"/>
            <a:chOff x="11349438" y="764179"/>
            <a:chExt cx="216293" cy="1527440"/>
          </a:xfrm>
        </p:grpSpPr>
        <p:sp>
          <p:nvSpPr>
            <p:cNvPr id="9" name="等腰三角形 8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3" name="任意多边形: 形状 42"/>
          <p:cNvSpPr/>
          <p:nvPr userDrawn="1"/>
        </p:nvSpPr>
        <p:spPr>
          <a:xfrm rot="10800000">
            <a:off x="1" y="6209613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44" name="组合 43"/>
          <p:cNvGrpSpPr/>
          <p:nvPr userDrawn="1"/>
        </p:nvGrpSpPr>
        <p:grpSpPr>
          <a:xfrm rot="10800000">
            <a:off x="110007" y="4544081"/>
            <a:ext cx="216293" cy="1527440"/>
            <a:chOff x="11349438" y="764179"/>
            <a:chExt cx="216293" cy="1527440"/>
          </a:xfrm>
        </p:grpSpPr>
        <p:sp>
          <p:nvSpPr>
            <p:cNvPr id="45" name="等腰三角形 44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6" name="等腰三角形 45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" name="等腰三角形 47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9" name="等腰三角形 48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pic>
        <p:nvPicPr>
          <p:cNvPr id="30" name="图片 29" descr="caef76094b36acaf4fbac5a272e12c1600e99cd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7880" y="381635"/>
            <a:ext cx="792480" cy="1586230"/>
          </a:xfrm>
          <a:prstGeom prst="rect">
            <a:avLst/>
          </a:prstGeom>
        </p:spPr>
      </p:pic>
      <p:grpSp>
        <p:nvGrpSpPr>
          <p:cNvPr id="2" name="组合 1"/>
          <p:cNvGrpSpPr/>
          <p:nvPr>
            <p:custDataLst>
              <p:tags r:id="rId2"/>
            </p:custDataLst>
          </p:nvPr>
        </p:nvGrpSpPr>
        <p:grpSpPr>
          <a:xfrm>
            <a:off x="1247349" y="2182504"/>
            <a:ext cx="9537375" cy="3519751"/>
            <a:chOff x="1324700" y="2327020"/>
            <a:chExt cx="9537375" cy="3519751"/>
          </a:xfrm>
        </p:grpSpPr>
        <p:sp>
          <p:nvSpPr>
            <p:cNvPr id="3" name="Freeform 26"/>
            <p:cNvSpPr/>
            <p:nvPr>
              <p:custDataLst>
                <p:tags r:id="rId3"/>
              </p:custDataLst>
            </p:nvPr>
          </p:nvSpPr>
          <p:spPr>
            <a:xfrm>
              <a:off x="1412398" y="2858273"/>
              <a:ext cx="1278399" cy="1276586"/>
            </a:xfrm>
            <a:custGeom>
              <a:avLst/>
              <a:gdLst>
                <a:gd name="connsiteX0" fmla="*/ 806906 w 1278399"/>
                <a:gd name="connsiteY0" fmla="*/ 167468 h 1276586"/>
                <a:gd name="connsiteX1" fmla="*/ 1110694 w 1278399"/>
                <a:gd name="connsiteY1" fmla="*/ 805761 h 1276586"/>
                <a:gd name="connsiteX2" fmla="*/ 471494 w 1278399"/>
                <a:gd name="connsiteY2" fmla="*/ 1109118 h 1276586"/>
                <a:gd name="connsiteX3" fmla="*/ 167706 w 1278399"/>
                <a:gd name="connsiteY3" fmla="*/ 470825 h 1276586"/>
                <a:gd name="connsiteX4" fmla="*/ 806906 w 1278399"/>
                <a:gd name="connsiteY4" fmla="*/ 167468 h 127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8399" h="1276586">
                  <a:moveTo>
                    <a:pt x="806906" y="167468"/>
                  </a:moveTo>
                  <a:cubicBezTo>
                    <a:pt x="1067305" y="259958"/>
                    <a:pt x="1203315" y="545732"/>
                    <a:pt x="1110694" y="805761"/>
                  </a:cubicBezTo>
                  <a:cubicBezTo>
                    <a:pt x="1018072" y="1065791"/>
                    <a:pt x="731893" y="1201608"/>
                    <a:pt x="471494" y="1109118"/>
                  </a:cubicBezTo>
                  <a:cubicBezTo>
                    <a:pt x="211095" y="1016628"/>
                    <a:pt x="75085" y="730855"/>
                    <a:pt x="167706" y="470825"/>
                  </a:cubicBezTo>
                  <a:cubicBezTo>
                    <a:pt x="260327" y="210796"/>
                    <a:pt x="546507" y="74978"/>
                    <a:pt x="806906" y="167468"/>
                  </a:cubicBezTo>
                  <a:close/>
                </a:path>
              </a:pathLst>
            </a:custGeom>
            <a:solidFill>
              <a:schemeClr val="bg1"/>
            </a:solidFill>
            <a:ln w="13097" cap="flat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14" name="Freeform 28"/>
            <p:cNvSpPr/>
            <p:nvPr>
              <p:custDataLst>
                <p:tags r:id="rId4"/>
              </p:custDataLst>
            </p:nvPr>
          </p:nvSpPr>
          <p:spPr>
            <a:xfrm>
              <a:off x="3015776" y="4467434"/>
              <a:ext cx="1304261" cy="1302411"/>
            </a:xfrm>
            <a:custGeom>
              <a:avLst/>
              <a:gdLst>
                <a:gd name="connsiteX0" fmla="*/ 840729 w 1304261"/>
                <a:gd name="connsiteY0" fmla="*/ 188331 h 1302411"/>
                <a:gd name="connsiteX1" fmla="*/ 1115664 w 1304261"/>
                <a:gd name="connsiteY1" fmla="*/ 839537 h 1302411"/>
                <a:gd name="connsiteX2" fmla="*/ 463533 w 1304261"/>
                <a:gd name="connsiteY2" fmla="*/ 1114081 h 1302411"/>
                <a:gd name="connsiteX3" fmla="*/ 188598 w 1304261"/>
                <a:gd name="connsiteY3" fmla="*/ 462875 h 1302411"/>
                <a:gd name="connsiteX4" fmla="*/ 840729 w 1304261"/>
                <a:gd name="connsiteY4" fmla="*/ 188331 h 1302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261" h="1302411">
                  <a:moveTo>
                    <a:pt x="840729" y="188331"/>
                  </a:moveTo>
                  <a:cubicBezTo>
                    <a:pt x="1096731" y="292343"/>
                    <a:pt x="1219824" y="583898"/>
                    <a:pt x="1115664" y="839537"/>
                  </a:cubicBezTo>
                  <a:cubicBezTo>
                    <a:pt x="1011504" y="1095176"/>
                    <a:pt x="719535" y="1218093"/>
                    <a:pt x="463533" y="1114081"/>
                  </a:cubicBezTo>
                  <a:cubicBezTo>
                    <a:pt x="207531" y="1010069"/>
                    <a:pt x="84438" y="718514"/>
                    <a:pt x="188598" y="462875"/>
                  </a:cubicBezTo>
                  <a:cubicBezTo>
                    <a:pt x="292758" y="207236"/>
                    <a:pt x="584727" y="84318"/>
                    <a:pt x="840729" y="188331"/>
                  </a:cubicBezTo>
                  <a:close/>
                </a:path>
              </a:pathLst>
            </a:custGeom>
            <a:solidFill>
              <a:schemeClr val="bg1"/>
            </a:solidFill>
            <a:ln w="13097" cap="flat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15" name="Freeform 30"/>
            <p:cNvSpPr/>
            <p:nvPr>
              <p:custDataLst>
                <p:tags r:id="rId5"/>
              </p:custDataLst>
            </p:nvPr>
          </p:nvSpPr>
          <p:spPr>
            <a:xfrm>
              <a:off x="4657765" y="2870967"/>
              <a:ext cx="1252526" cy="1250750"/>
            </a:xfrm>
            <a:custGeom>
              <a:avLst/>
              <a:gdLst>
                <a:gd name="connsiteX0" fmla="*/ 774579 w 1252526"/>
                <a:gd name="connsiteY0" fmla="*/ 148105 h 1250750"/>
                <a:gd name="connsiteX1" fmla="*/ 1104212 w 1252526"/>
                <a:gd name="connsiteY1" fmla="*/ 773480 h 1250750"/>
                <a:gd name="connsiteX2" fmla="*/ 477948 w 1252526"/>
                <a:gd name="connsiteY2" fmla="*/ 1102645 h 1250750"/>
                <a:gd name="connsiteX3" fmla="*/ 148315 w 1252526"/>
                <a:gd name="connsiteY3" fmla="*/ 477270 h 1250750"/>
                <a:gd name="connsiteX4" fmla="*/ 774579 w 1252526"/>
                <a:gd name="connsiteY4" fmla="*/ 148105 h 1250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2526" h="1250750">
                  <a:moveTo>
                    <a:pt x="774579" y="148105"/>
                  </a:moveTo>
                  <a:cubicBezTo>
                    <a:pt x="1038542" y="229901"/>
                    <a:pt x="1186124" y="509891"/>
                    <a:pt x="1104212" y="773480"/>
                  </a:cubicBezTo>
                  <a:cubicBezTo>
                    <a:pt x="1022299" y="1037069"/>
                    <a:pt x="741912" y="1184441"/>
                    <a:pt x="477948" y="1102645"/>
                  </a:cubicBezTo>
                  <a:cubicBezTo>
                    <a:pt x="213985" y="1020849"/>
                    <a:pt x="66403" y="740859"/>
                    <a:pt x="148315" y="477270"/>
                  </a:cubicBezTo>
                  <a:cubicBezTo>
                    <a:pt x="230228" y="213681"/>
                    <a:pt x="510615" y="66309"/>
                    <a:pt x="774579" y="148105"/>
                  </a:cubicBezTo>
                  <a:close/>
                </a:path>
              </a:pathLst>
            </a:custGeom>
            <a:solidFill>
              <a:schemeClr val="bg1"/>
            </a:solidFill>
            <a:ln w="13097" cap="flat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16" name="Freeform 32"/>
            <p:cNvSpPr/>
            <p:nvPr>
              <p:custDataLst>
                <p:tags r:id="rId6"/>
              </p:custDataLst>
            </p:nvPr>
          </p:nvSpPr>
          <p:spPr>
            <a:xfrm>
              <a:off x="6214587" y="4433734"/>
              <a:ext cx="1371760" cy="1369815"/>
            </a:xfrm>
            <a:custGeom>
              <a:avLst/>
              <a:gdLst>
                <a:gd name="connsiteX0" fmla="*/ 941598 w 1371760"/>
                <a:gd name="connsiteY0" fmla="*/ 255354 h 1369815"/>
                <a:gd name="connsiteX1" fmla="*/ 1116044 w 1371760"/>
                <a:gd name="connsiteY1" fmla="*/ 940262 h 1369815"/>
                <a:gd name="connsiteX2" fmla="*/ 430164 w 1371760"/>
                <a:gd name="connsiteY2" fmla="*/ 1114461 h 1369815"/>
                <a:gd name="connsiteX3" fmla="*/ 255717 w 1371760"/>
                <a:gd name="connsiteY3" fmla="*/ 429553 h 1369815"/>
                <a:gd name="connsiteX4" fmla="*/ 941598 w 1371760"/>
                <a:gd name="connsiteY4" fmla="*/ 255354 h 1369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1760" h="1369815">
                  <a:moveTo>
                    <a:pt x="941598" y="255354"/>
                  </a:moveTo>
                  <a:cubicBezTo>
                    <a:pt x="1179170" y="396383"/>
                    <a:pt x="1257273" y="703027"/>
                    <a:pt x="1116044" y="940262"/>
                  </a:cubicBezTo>
                  <a:cubicBezTo>
                    <a:pt x="974815" y="1177498"/>
                    <a:pt x="667736" y="1255489"/>
                    <a:pt x="430164" y="1114461"/>
                  </a:cubicBezTo>
                  <a:cubicBezTo>
                    <a:pt x="192591" y="973433"/>
                    <a:pt x="114489" y="666789"/>
                    <a:pt x="255717" y="429553"/>
                  </a:cubicBezTo>
                  <a:cubicBezTo>
                    <a:pt x="396946" y="192317"/>
                    <a:pt x="704025" y="114326"/>
                    <a:pt x="941598" y="255354"/>
                  </a:cubicBezTo>
                  <a:close/>
                </a:path>
              </a:pathLst>
            </a:custGeom>
            <a:solidFill>
              <a:schemeClr val="bg1"/>
            </a:solidFill>
            <a:ln w="13097" cap="flat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17" name="Freeform 34"/>
            <p:cNvSpPr/>
            <p:nvPr>
              <p:custDataLst>
                <p:tags r:id="rId7"/>
              </p:custDataLst>
            </p:nvPr>
          </p:nvSpPr>
          <p:spPr>
            <a:xfrm>
              <a:off x="7892382" y="2873008"/>
              <a:ext cx="1248941" cy="1247169"/>
            </a:xfrm>
            <a:custGeom>
              <a:avLst/>
              <a:gdLst>
                <a:gd name="connsiteX0" fmla="*/ 770198 w 1248941"/>
                <a:gd name="connsiteY0" fmla="*/ 145521 h 1247169"/>
                <a:gd name="connsiteX1" fmla="*/ 1103214 w 1248941"/>
                <a:gd name="connsiteY1" fmla="*/ 769106 h 1247169"/>
                <a:gd name="connsiteX2" fmla="*/ 478743 w 1248941"/>
                <a:gd name="connsiteY2" fmla="*/ 1101650 h 1247169"/>
                <a:gd name="connsiteX3" fmla="*/ 145727 w 1248941"/>
                <a:gd name="connsiteY3" fmla="*/ 478065 h 1247169"/>
                <a:gd name="connsiteX4" fmla="*/ 770198 w 1248941"/>
                <a:gd name="connsiteY4" fmla="*/ 145521 h 1247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8941" h="1247169">
                  <a:moveTo>
                    <a:pt x="770198" y="145521"/>
                  </a:moveTo>
                  <a:cubicBezTo>
                    <a:pt x="1034601" y="225889"/>
                    <a:pt x="1183697" y="505078"/>
                    <a:pt x="1103214" y="769106"/>
                  </a:cubicBezTo>
                  <a:cubicBezTo>
                    <a:pt x="1022731" y="1033133"/>
                    <a:pt x="743146" y="1182018"/>
                    <a:pt x="478743" y="1101650"/>
                  </a:cubicBezTo>
                  <a:cubicBezTo>
                    <a:pt x="214341" y="1021281"/>
                    <a:pt x="65244" y="742092"/>
                    <a:pt x="145727" y="478065"/>
                  </a:cubicBezTo>
                  <a:cubicBezTo>
                    <a:pt x="226210" y="214037"/>
                    <a:pt x="505795" y="65152"/>
                    <a:pt x="770198" y="145521"/>
                  </a:cubicBezTo>
                  <a:close/>
                </a:path>
              </a:pathLst>
            </a:custGeom>
            <a:solidFill>
              <a:schemeClr val="bg1"/>
            </a:solidFill>
            <a:ln w="13097" cap="flat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18" name="Freeform 36"/>
            <p:cNvSpPr/>
            <p:nvPr>
              <p:custDataLst>
                <p:tags r:id="rId8"/>
              </p:custDataLst>
            </p:nvPr>
          </p:nvSpPr>
          <p:spPr>
            <a:xfrm>
              <a:off x="9486968" y="4473281"/>
              <a:ext cx="1293364" cy="1291530"/>
            </a:xfrm>
            <a:custGeom>
              <a:avLst/>
              <a:gdLst>
                <a:gd name="connsiteX0" fmla="*/ 826266 w 1293364"/>
                <a:gd name="connsiteY0" fmla="*/ 179329 h 1291530"/>
                <a:gd name="connsiteX1" fmla="*/ 1113782 w 1293364"/>
                <a:gd name="connsiteY1" fmla="*/ 825094 h 1291530"/>
                <a:gd name="connsiteX2" fmla="*/ 467099 w 1293364"/>
                <a:gd name="connsiteY2" fmla="*/ 1112203 h 1291530"/>
                <a:gd name="connsiteX3" fmla="*/ 179583 w 1293364"/>
                <a:gd name="connsiteY3" fmla="*/ 466437 h 1291530"/>
                <a:gd name="connsiteX4" fmla="*/ 826266 w 1293364"/>
                <a:gd name="connsiteY4" fmla="*/ 179329 h 1291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3364" h="1291530">
                  <a:moveTo>
                    <a:pt x="826266" y="179329"/>
                  </a:moveTo>
                  <a:cubicBezTo>
                    <a:pt x="1084237" y="278369"/>
                    <a:pt x="1212963" y="567488"/>
                    <a:pt x="1113782" y="825094"/>
                  </a:cubicBezTo>
                  <a:cubicBezTo>
                    <a:pt x="1014601" y="1082700"/>
                    <a:pt x="725071" y="1211243"/>
                    <a:pt x="467099" y="1112203"/>
                  </a:cubicBezTo>
                  <a:cubicBezTo>
                    <a:pt x="209127" y="1013162"/>
                    <a:pt x="80402" y="724044"/>
                    <a:pt x="179583" y="466437"/>
                  </a:cubicBezTo>
                  <a:cubicBezTo>
                    <a:pt x="278764" y="208832"/>
                    <a:pt x="568294" y="80288"/>
                    <a:pt x="826266" y="179329"/>
                  </a:cubicBezTo>
                  <a:close/>
                </a:path>
              </a:pathLst>
            </a:custGeom>
            <a:solidFill>
              <a:schemeClr val="bg1"/>
            </a:solidFill>
            <a:ln w="13097" cap="flat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grpSp>
          <p:nvGrpSpPr>
            <p:cNvPr id="19" name="Group 89"/>
            <p:cNvGrpSpPr/>
            <p:nvPr/>
          </p:nvGrpSpPr>
          <p:grpSpPr>
            <a:xfrm>
              <a:off x="1983183" y="4444047"/>
              <a:ext cx="144840" cy="162681"/>
              <a:chOff x="1982656" y="3883290"/>
              <a:chExt cx="144840" cy="162681"/>
            </a:xfrm>
            <a:solidFill>
              <a:schemeClr val="accent1">
                <a:alpha val="55000"/>
              </a:schemeClr>
            </a:solidFill>
            <a:effectLst/>
          </p:grpSpPr>
          <p:sp>
            <p:nvSpPr>
              <p:cNvPr id="82" name="Freeform 37"/>
              <p:cNvSpPr/>
              <p:nvPr>
                <p:custDataLst>
                  <p:tags r:id="rId9"/>
                </p:custDataLst>
              </p:nvPr>
            </p:nvSpPr>
            <p:spPr>
              <a:xfrm>
                <a:off x="1982656" y="3883290"/>
                <a:ext cx="144840" cy="86071"/>
              </a:xfrm>
              <a:custGeom>
                <a:avLst/>
                <a:gdLst>
                  <a:gd name="connsiteX0" fmla="*/ 143943 w 144840"/>
                  <a:gd name="connsiteY0" fmla="*/ 10994 h 86071"/>
                  <a:gd name="connsiteX1" fmla="*/ 134251 w 144840"/>
                  <a:gd name="connsiteY1" fmla="*/ 1185 h 86071"/>
                  <a:gd name="connsiteX2" fmla="*/ 128096 w 144840"/>
                  <a:gd name="connsiteY2" fmla="*/ 1185 h 86071"/>
                  <a:gd name="connsiteX3" fmla="*/ 75708 w 144840"/>
                  <a:gd name="connsiteY3" fmla="*/ 53498 h 86071"/>
                  <a:gd name="connsiteX4" fmla="*/ 69596 w 144840"/>
                  <a:gd name="connsiteY4" fmla="*/ 53542 h 86071"/>
                  <a:gd name="connsiteX5" fmla="*/ 69553 w 144840"/>
                  <a:gd name="connsiteY5" fmla="*/ 53498 h 86071"/>
                  <a:gd name="connsiteX6" fmla="*/ 17165 w 144840"/>
                  <a:gd name="connsiteY6" fmla="*/ 1185 h 86071"/>
                  <a:gd name="connsiteX7" fmla="*/ 11010 w 144840"/>
                  <a:gd name="connsiteY7" fmla="*/ 1185 h 86071"/>
                  <a:gd name="connsiteX8" fmla="*/ 1187 w 144840"/>
                  <a:gd name="connsiteY8" fmla="*/ 10994 h 86071"/>
                  <a:gd name="connsiteX9" fmla="*/ 1187 w 144840"/>
                  <a:gd name="connsiteY9" fmla="*/ 17141 h 86071"/>
                  <a:gd name="connsiteX10" fmla="*/ 69029 w 144840"/>
                  <a:gd name="connsiteY10" fmla="*/ 84886 h 86071"/>
                  <a:gd name="connsiteX11" fmla="*/ 75184 w 144840"/>
                  <a:gd name="connsiteY11" fmla="*/ 84886 h 86071"/>
                  <a:gd name="connsiteX12" fmla="*/ 143026 w 144840"/>
                  <a:gd name="connsiteY12" fmla="*/ 17141 h 86071"/>
                  <a:gd name="connsiteX13" fmla="*/ 144037 w 144840"/>
                  <a:gd name="connsiteY13" fmla="*/ 11121 h 86071"/>
                  <a:gd name="connsiteX14" fmla="*/ 143943 w 144840"/>
                  <a:gd name="connsiteY14" fmla="*/ 10994 h 86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4840" h="86071">
                    <a:moveTo>
                      <a:pt x="143943" y="10994"/>
                    </a:moveTo>
                    <a:lnTo>
                      <a:pt x="134251" y="1185"/>
                    </a:lnTo>
                    <a:cubicBezTo>
                      <a:pt x="132504" y="-395"/>
                      <a:pt x="129842" y="-395"/>
                      <a:pt x="128096" y="1185"/>
                    </a:cubicBezTo>
                    <a:lnTo>
                      <a:pt x="75708" y="53498"/>
                    </a:lnTo>
                    <a:cubicBezTo>
                      <a:pt x="74032" y="55196"/>
                      <a:pt x="71296" y="55215"/>
                      <a:pt x="69596" y="53542"/>
                    </a:cubicBezTo>
                    <a:cubicBezTo>
                      <a:pt x="69581" y="53528"/>
                      <a:pt x="69567" y="53513"/>
                      <a:pt x="69553" y="53498"/>
                    </a:cubicBezTo>
                    <a:lnTo>
                      <a:pt x="17165" y="1185"/>
                    </a:lnTo>
                    <a:cubicBezTo>
                      <a:pt x="15418" y="-395"/>
                      <a:pt x="12756" y="-395"/>
                      <a:pt x="11010" y="1185"/>
                    </a:cubicBezTo>
                    <a:lnTo>
                      <a:pt x="1187" y="10994"/>
                    </a:lnTo>
                    <a:cubicBezTo>
                      <a:pt x="-396" y="12738"/>
                      <a:pt x="-396" y="15397"/>
                      <a:pt x="1187" y="17141"/>
                    </a:cubicBezTo>
                    <a:lnTo>
                      <a:pt x="69029" y="84886"/>
                    </a:lnTo>
                    <a:cubicBezTo>
                      <a:pt x="70775" y="86467"/>
                      <a:pt x="73438" y="86467"/>
                      <a:pt x="75184" y="84886"/>
                    </a:cubicBezTo>
                    <a:lnTo>
                      <a:pt x="143026" y="17141"/>
                    </a:lnTo>
                    <a:cubicBezTo>
                      <a:pt x="144970" y="15757"/>
                      <a:pt x="145423" y="13062"/>
                      <a:pt x="144037" y="11121"/>
                    </a:cubicBezTo>
                    <a:cubicBezTo>
                      <a:pt x="144007" y="11078"/>
                      <a:pt x="143975" y="11036"/>
                      <a:pt x="143943" y="10994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83" name="Freeform 3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982656" y="3959829"/>
                <a:ext cx="144840" cy="86142"/>
              </a:xfrm>
              <a:custGeom>
                <a:avLst/>
                <a:gdLst>
                  <a:gd name="connsiteX0" fmla="*/ 143943 w 144840"/>
                  <a:gd name="connsiteY0" fmla="*/ 10964 h 86142"/>
                  <a:gd name="connsiteX1" fmla="*/ 134251 w 144840"/>
                  <a:gd name="connsiteY1" fmla="*/ 1286 h 86142"/>
                  <a:gd name="connsiteX2" fmla="*/ 128139 w 144840"/>
                  <a:gd name="connsiteY2" fmla="*/ 1242 h 86142"/>
                  <a:gd name="connsiteX3" fmla="*/ 128096 w 144840"/>
                  <a:gd name="connsiteY3" fmla="*/ 1286 h 86142"/>
                  <a:gd name="connsiteX4" fmla="*/ 75708 w 144840"/>
                  <a:gd name="connsiteY4" fmla="*/ 53599 h 86142"/>
                  <a:gd name="connsiteX5" fmla="*/ 69596 w 144840"/>
                  <a:gd name="connsiteY5" fmla="*/ 53643 h 86142"/>
                  <a:gd name="connsiteX6" fmla="*/ 69553 w 144840"/>
                  <a:gd name="connsiteY6" fmla="*/ 53599 h 86142"/>
                  <a:gd name="connsiteX7" fmla="*/ 17165 w 144840"/>
                  <a:gd name="connsiteY7" fmla="*/ 1286 h 86142"/>
                  <a:gd name="connsiteX8" fmla="*/ 11053 w 144840"/>
                  <a:gd name="connsiteY8" fmla="*/ 1242 h 86142"/>
                  <a:gd name="connsiteX9" fmla="*/ 11010 w 144840"/>
                  <a:gd name="connsiteY9" fmla="*/ 1286 h 86142"/>
                  <a:gd name="connsiteX10" fmla="*/ 1187 w 144840"/>
                  <a:gd name="connsiteY10" fmla="*/ 10964 h 86142"/>
                  <a:gd name="connsiteX11" fmla="*/ 1187 w 144840"/>
                  <a:gd name="connsiteY11" fmla="*/ 17111 h 86142"/>
                  <a:gd name="connsiteX12" fmla="*/ 69029 w 144840"/>
                  <a:gd name="connsiteY12" fmla="*/ 84856 h 86142"/>
                  <a:gd name="connsiteX13" fmla="*/ 75141 w 144840"/>
                  <a:gd name="connsiteY13" fmla="*/ 84900 h 86142"/>
                  <a:gd name="connsiteX14" fmla="*/ 75184 w 144840"/>
                  <a:gd name="connsiteY14" fmla="*/ 84856 h 86142"/>
                  <a:gd name="connsiteX15" fmla="*/ 143026 w 144840"/>
                  <a:gd name="connsiteY15" fmla="*/ 17111 h 86142"/>
                  <a:gd name="connsiteX16" fmla="*/ 144037 w 144840"/>
                  <a:gd name="connsiteY16" fmla="*/ 11091 h 86142"/>
                  <a:gd name="connsiteX17" fmla="*/ 143943 w 144840"/>
                  <a:gd name="connsiteY17" fmla="*/ 10964 h 861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4840" h="86142">
                    <a:moveTo>
                      <a:pt x="143943" y="10964"/>
                    </a:moveTo>
                    <a:lnTo>
                      <a:pt x="134251" y="1286"/>
                    </a:lnTo>
                    <a:cubicBezTo>
                      <a:pt x="132575" y="-412"/>
                      <a:pt x="129839" y="-431"/>
                      <a:pt x="128139" y="1242"/>
                    </a:cubicBezTo>
                    <a:cubicBezTo>
                      <a:pt x="128125" y="1257"/>
                      <a:pt x="128110" y="1271"/>
                      <a:pt x="128096" y="1286"/>
                    </a:cubicBezTo>
                    <a:lnTo>
                      <a:pt x="75708" y="53599"/>
                    </a:lnTo>
                    <a:cubicBezTo>
                      <a:pt x="74032" y="55297"/>
                      <a:pt x="71296" y="55316"/>
                      <a:pt x="69596" y="53643"/>
                    </a:cubicBezTo>
                    <a:cubicBezTo>
                      <a:pt x="69581" y="53628"/>
                      <a:pt x="69567" y="53614"/>
                      <a:pt x="69553" y="53599"/>
                    </a:cubicBezTo>
                    <a:lnTo>
                      <a:pt x="17165" y="1286"/>
                    </a:lnTo>
                    <a:cubicBezTo>
                      <a:pt x="15489" y="-412"/>
                      <a:pt x="12753" y="-431"/>
                      <a:pt x="11053" y="1242"/>
                    </a:cubicBezTo>
                    <a:cubicBezTo>
                      <a:pt x="11038" y="1257"/>
                      <a:pt x="11024" y="1271"/>
                      <a:pt x="11010" y="1286"/>
                    </a:cubicBezTo>
                    <a:lnTo>
                      <a:pt x="1187" y="10964"/>
                    </a:lnTo>
                    <a:cubicBezTo>
                      <a:pt x="-396" y="12708"/>
                      <a:pt x="-396" y="15366"/>
                      <a:pt x="1187" y="17111"/>
                    </a:cubicBezTo>
                    <a:lnTo>
                      <a:pt x="69029" y="84856"/>
                    </a:lnTo>
                    <a:cubicBezTo>
                      <a:pt x="70705" y="86554"/>
                      <a:pt x="73441" y="86573"/>
                      <a:pt x="75141" y="84900"/>
                    </a:cubicBezTo>
                    <a:cubicBezTo>
                      <a:pt x="75155" y="84885"/>
                      <a:pt x="75170" y="84871"/>
                      <a:pt x="75184" y="84856"/>
                    </a:cubicBezTo>
                    <a:lnTo>
                      <a:pt x="143026" y="17111"/>
                    </a:lnTo>
                    <a:cubicBezTo>
                      <a:pt x="144970" y="15727"/>
                      <a:pt x="145423" y="13032"/>
                      <a:pt x="144037" y="11091"/>
                    </a:cubicBezTo>
                    <a:cubicBezTo>
                      <a:pt x="144007" y="11048"/>
                      <a:pt x="143975" y="11006"/>
                      <a:pt x="143943" y="10964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20" name="Group 90"/>
            <p:cNvGrpSpPr/>
            <p:nvPr/>
          </p:nvGrpSpPr>
          <p:grpSpPr>
            <a:xfrm>
              <a:off x="3595486" y="3984375"/>
              <a:ext cx="144840" cy="162650"/>
              <a:chOff x="3600380" y="3423618"/>
              <a:chExt cx="144840" cy="162650"/>
            </a:xfrm>
            <a:solidFill>
              <a:schemeClr val="accent1">
                <a:alpha val="55000"/>
              </a:schemeClr>
            </a:solidFill>
            <a:effectLst/>
          </p:grpSpPr>
          <p:sp>
            <p:nvSpPr>
              <p:cNvPr id="80" name="Freeform 39"/>
              <p:cNvSpPr/>
              <p:nvPr>
                <p:custDataLst>
                  <p:tags r:id="rId11"/>
                </p:custDataLst>
              </p:nvPr>
            </p:nvSpPr>
            <p:spPr>
              <a:xfrm>
                <a:off x="3600380" y="3500126"/>
                <a:ext cx="144840" cy="86142"/>
              </a:xfrm>
              <a:custGeom>
                <a:avLst/>
                <a:gdLst>
                  <a:gd name="connsiteX0" fmla="*/ 796 w 144840"/>
                  <a:gd name="connsiteY0" fmla="*/ 75178 h 86142"/>
                  <a:gd name="connsiteX1" fmla="*/ 10619 w 144840"/>
                  <a:gd name="connsiteY1" fmla="*/ 84856 h 86142"/>
                  <a:gd name="connsiteX2" fmla="*/ 16731 w 144840"/>
                  <a:gd name="connsiteY2" fmla="*/ 84900 h 86142"/>
                  <a:gd name="connsiteX3" fmla="*/ 16775 w 144840"/>
                  <a:gd name="connsiteY3" fmla="*/ 84856 h 86142"/>
                  <a:gd name="connsiteX4" fmla="*/ 69162 w 144840"/>
                  <a:gd name="connsiteY4" fmla="*/ 32543 h 86142"/>
                  <a:gd name="connsiteX5" fmla="*/ 75318 w 144840"/>
                  <a:gd name="connsiteY5" fmla="*/ 32543 h 86142"/>
                  <a:gd name="connsiteX6" fmla="*/ 127705 w 144840"/>
                  <a:gd name="connsiteY6" fmla="*/ 84856 h 86142"/>
                  <a:gd name="connsiteX7" fmla="*/ 133631 w 144840"/>
                  <a:gd name="connsiteY7" fmla="*/ 84954 h 86142"/>
                  <a:gd name="connsiteX8" fmla="*/ 133730 w 144840"/>
                  <a:gd name="connsiteY8" fmla="*/ 84856 h 86142"/>
                  <a:gd name="connsiteX9" fmla="*/ 143553 w 144840"/>
                  <a:gd name="connsiteY9" fmla="*/ 75178 h 86142"/>
                  <a:gd name="connsiteX10" fmla="*/ 143596 w 144840"/>
                  <a:gd name="connsiteY10" fmla="*/ 69075 h 86142"/>
                  <a:gd name="connsiteX11" fmla="*/ 143553 w 144840"/>
                  <a:gd name="connsiteY11" fmla="*/ 69031 h 86142"/>
                  <a:gd name="connsiteX12" fmla="*/ 75711 w 144840"/>
                  <a:gd name="connsiteY12" fmla="*/ 1286 h 86142"/>
                  <a:gd name="connsiteX13" fmla="*/ 69599 w 144840"/>
                  <a:gd name="connsiteY13" fmla="*/ 1242 h 86142"/>
                  <a:gd name="connsiteX14" fmla="*/ 69555 w 144840"/>
                  <a:gd name="connsiteY14" fmla="*/ 1286 h 86142"/>
                  <a:gd name="connsiteX15" fmla="*/ 1713 w 144840"/>
                  <a:gd name="connsiteY15" fmla="*/ 69031 h 86142"/>
                  <a:gd name="connsiteX16" fmla="*/ 796 w 144840"/>
                  <a:gd name="connsiteY16" fmla="*/ 75178 h 861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4840" h="86142">
                    <a:moveTo>
                      <a:pt x="796" y="75178"/>
                    </a:moveTo>
                    <a:lnTo>
                      <a:pt x="10619" y="84856"/>
                    </a:lnTo>
                    <a:cubicBezTo>
                      <a:pt x="12295" y="86554"/>
                      <a:pt x="15031" y="86573"/>
                      <a:pt x="16731" y="84900"/>
                    </a:cubicBezTo>
                    <a:cubicBezTo>
                      <a:pt x="16746" y="84885"/>
                      <a:pt x="16760" y="84871"/>
                      <a:pt x="16775" y="84856"/>
                    </a:cubicBezTo>
                    <a:lnTo>
                      <a:pt x="69162" y="32543"/>
                    </a:lnTo>
                    <a:cubicBezTo>
                      <a:pt x="70909" y="30963"/>
                      <a:pt x="73571" y="30963"/>
                      <a:pt x="75318" y="32543"/>
                    </a:cubicBezTo>
                    <a:lnTo>
                      <a:pt x="127705" y="84856"/>
                    </a:lnTo>
                    <a:cubicBezTo>
                      <a:pt x="129315" y="86517"/>
                      <a:pt x="131968" y="86561"/>
                      <a:pt x="133631" y="84954"/>
                    </a:cubicBezTo>
                    <a:cubicBezTo>
                      <a:pt x="133665" y="84922"/>
                      <a:pt x="133698" y="84889"/>
                      <a:pt x="133730" y="84856"/>
                    </a:cubicBezTo>
                    <a:lnTo>
                      <a:pt x="143553" y="75178"/>
                    </a:lnTo>
                    <a:cubicBezTo>
                      <a:pt x="145252" y="73505"/>
                      <a:pt x="145272" y="70772"/>
                      <a:pt x="143596" y="69075"/>
                    </a:cubicBezTo>
                    <a:cubicBezTo>
                      <a:pt x="143582" y="69060"/>
                      <a:pt x="143567" y="69046"/>
                      <a:pt x="143553" y="69031"/>
                    </a:cubicBezTo>
                    <a:lnTo>
                      <a:pt x="75711" y="1286"/>
                    </a:lnTo>
                    <a:cubicBezTo>
                      <a:pt x="74035" y="-412"/>
                      <a:pt x="71298" y="-431"/>
                      <a:pt x="69599" y="1242"/>
                    </a:cubicBezTo>
                    <a:cubicBezTo>
                      <a:pt x="69584" y="1257"/>
                      <a:pt x="69569" y="1271"/>
                      <a:pt x="69555" y="1286"/>
                    </a:cubicBezTo>
                    <a:lnTo>
                      <a:pt x="1713" y="69031"/>
                    </a:lnTo>
                    <a:cubicBezTo>
                      <a:pt x="-152" y="70528"/>
                      <a:pt x="-551" y="73204"/>
                      <a:pt x="796" y="75178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81" name="Freeform 40"/>
              <p:cNvSpPr/>
              <p:nvPr>
                <p:custDataLst>
                  <p:tags r:id="rId12"/>
                </p:custDataLst>
              </p:nvPr>
            </p:nvSpPr>
            <p:spPr>
              <a:xfrm>
                <a:off x="3600380" y="3423618"/>
                <a:ext cx="144840" cy="86142"/>
              </a:xfrm>
              <a:custGeom>
                <a:avLst/>
                <a:gdLst>
                  <a:gd name="connsiteX0" fmla="*/ 796 w 144840"/>
                  <a:gd name="connsiteY0" fmla="*/ 75178 h 86142"/>
                  <a:gd name="connsiteX1" fmla="*/ 10619 w 144840"/>
                  <a:gd name="connsiteY1" fmla="*/ 84856 h 86142"/>
                  <a:gd name="connsiteX2" fmla="*/ 16731 w 144840"/>
                  <a:gd name="connsiteY2" fmla="*/ 84900 h 86142"/>
                  <a:gd name="connsiteX3" fmla="*/ 16775 w 144840"/>
                  <a:gd name="connsiteY3" fmla="*/ 84856 h 86142"/>
                  <a:gd name="connsiteX4" fmla="*/ 69162 w 144840"/>
                  <a:gd name="connsiteY4" fmla="*/ 32543 h 86142"/>
                  <a:gd name="connsiteX5" fmla="*/ 75274 w 144840"/>
                  <a:gd name="connsiteY5" fmla="*/ 32500 h 86142"/>
                  <a:gd name="connsiteX6" fmla="*/ 75318 w 144840"/>
                  <a:gd name="connsiteY6" fmla="*/ 32543 h 86142"/>
                  <a:gd name="connsiteX7" fmla="*/ 127705 w 144840"/>
                  <a:gd name="connsiteY7" fmla="*/ 84856 h 86142"/>
                  <a:gd name="connsiteX8" fmla="*/ 133631 w 144840"/>
                  <a:gd name="connsiteY8" fmla="*/ 84954 h 86142"/>
                  <a:gd name="connsiteX9" fmla="*/ 133730 w 144840"/>
                  <a:gd name="connsiteY9" fmla="*/ 84856 h 86142"/>
                  <a:gd name="connsiteX10" fmla="*/ 143553 w 144840"/>
                  <a:gd name="connsiteY10" fmla="*/ 75178 h 86142"/>
                  <a:gd name="connsiteX11" fmla="*/ 143596 w 144840"/>
                  <a:gd name="connsiteY11" fmla="*/ 69075 h 86142"/>
                  <a:gd name="connsiteX12" fmla="*/ 143553 w 144840"/>
                  <a:gd name="connsiteY12" fmla="*/ 69031 h 86142"/>
                  <a:gd name="connsiteX13" fmla="*/ 75711 w 144840"/>
                  <a:gd name="connsiteY13" fmla="*/ 1286 h 86142"/>
                  <a:gd name="connsiteX14" fmla="*/ 69599 w 144840"/>
                  <a:gd name="connsiteY14" fmla="*/ 1242 h 86142"/>
                  <a:gd name="connsiteX15" fmla="*/ 69555 w 144840"/>
                  <a:gd name="connsiteY15" fmla="*/ 1286 h 86142"/>
                  <a:gd name="connsiteX16" fmla="*/ 1713 w 144840"/>
                  <a:gd name="connsiteY16" fmla="*/ 69031 h 86142"/>
                  <a:gd name="connsiteX17" fmla="*/ 796 w 144840"/>
                  <a:gd name="connsiteY17" fmla="*/ 75178 h 861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4840" h="86142">
                    <a:moveTo>
                      <a:pt x="796" y="75178"/>
                    </a:moveTo>
                    <a:lnTo>
                      <a:pt x="10619" y="84856"/>
                    </a:lnTo>
                    <a:cubicBezTo>
                      <a:pt x="12295" y="86554"/>
                      <a:pt x="15031" y="86573"/>
                      <a:pt x="16731" y="84900"/>
                    </a:cubicBezTo>
                    <a:cubicBezTo>
                      <a:pt x="16746" y="84885"/>
                      <a:pt x="16760" y="84871"/>
                      <a:pt x="16775" y="84856"/>
                    </a:cubicBezTo>
                    <a:lnTo>
                      <a:pt x="69162" y="32543"/>
                    </a:lnTo>
                    <a:cubicBezTo>
                      <a:pt x="70838" y="30846"/>
                      <a:pt x="73575" y="30826"/>
                      <a:pt x="75274" y="32500"/>
                    </a:cubicBezTo>
                    <a:cubicBezTo>
                      <a:pt x="75289" y="32514"/>
                      <a:pt x="75303" y="32528"/>
                      <a:pt x="75318" y="32543"/>
                    </a:cubicBezTo>
                    <a:lnTo>
                      <a:pt x="127705" y="84856"/>
                    </a:lnTo>
                    <a:cubicBezTo>
                      <a:pt x="129315" y="86517"/>
                      <a:pt x="131968" y="86561"/>
                      <a:pt x="133631" y="84954"/>
                    </a:cubicBezTo>
                    <a:cubicBezTo>
                      <a:pt x="133665" y="84922"/>
                      <a:pt x="133698" y="84889"/>
                      <a:pt x="133730" y="84856"/>
                    </a:cubicBezTo>
                    <a:lnTo>
                      <a:pt x="143553" y="75178"/>
                    </a:lnTo>
                    <a:cubicBezTo>
                      <a:pt x="145252" y="73505"/>
                      <a:pt x="145272" y="70772"/>
                      <a:pt x="143596" y="69075"/>
                    </a:cubicBezTo>
                    <a:cubicBezTo>
                      <a:pt x="143582" y="69060"/>
                      <a:pt x="143567" y="69046"/>
                      <a:pt x="143553" y="69031"/>
                    </a:cubicBezTo>
                    <a:lnTo>
                      <a:pt x="75711" y="1286"/>
                    </a:lnTo>
                    <a:cubicBezTo>
                      <a:pt x="74035" y="-412"/>
                      <a:pt x="71298" y="-431"/>
                      <a:pt x="69599" y="1242"/>
                    </a:cubicBezTo>
                    <a:cubicBezTo>
                      <a:pt x="69584" y="1257"/>
                      <a:pt x="69569" y="1271"/>
                      <a:pt x="69555" y="1286"/>
                    </a:cubicBezTo>
                    <a:lnTo>
                      <a:pt x="1713" y="69031"/>
                    </a:lnTo>
                    <a:cubicBezTo>
                      <a:pt x="-152" y="70527"/>
                      <a:pt x="-551" y="73204"/>
                      <a:pt x="796" y="75178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21" name="Group 91"/>
            <p:cNvGrpSpPr/>
            <p:nvPr/>
          </p:nvGrpSpPr>
          <p:grpSpPr>
            <a:xfrm>
              <a:off x="5211205" y="4444061"/>
              <a:ext cx="144857" cy="162666"/>
              <a:chOff x="5215388" y="3883304"/>
              <a:chExt cx="144857" cy="162666"/>
            </a:xfrm>
            <a:solidFill>
              <a:schemeClr val="accent1">
                <a:alpha val="55000"/>
              </a:schemeClr>
            </a:solidFill>
            <a:effectLst/>
          </p:grpSpPr>
          <p:sp>
            <p:nvSpPr>
              <p:cNvPr id="78" name="Freeform 41"/>
              <p:cNvSpPr/>
              <p:nvPr>
                <p:custDataLst>
                  <p:tags r:id="rId13"/>
                </p:custDataLst>
              </p:nvPr>
            </p:nvSpPr>
            <p:spPr>
              <a:xfrm>
                <a:off x="5215388" y="3883304"/>
                <a:ext cx="144857" cy="86058"/>
              </a:xfrm>
              <a:custGeom>
                <a:avLst/>
                <a:gdLst>
                  <a:gd name="connsiteX0" fmla="*/ 143913 w 144857"/>
                  <a:gd name="connsiteY0" fmla="*/ 10981 h 86058"/>
                  <a:gd name="connsiteX1" fmla="*/ 134090 w 144857"/>
                  <a:gd name="connsiteY1" fmla="*/ 1172 h 86058"/>
                  <a:gd name="connsiteX2" fmla="*/ 128066 w 144857"/>
                  <a:gd name="connsiteY2" fmla="*/ 1172 h 86058"/>
                  <a:gd name="connsiteX3" fmla="*/ 75678 w 144857"/>
                  <a:gd name="connsiteY3" fmla="*/ 53485 h 86058"/>
                  <a:gd name="connsiteX4" fmla="*/ 69566 w 144857"/>
                  <a:gd name="connsiteY4" fmla="*/ 53529 h 86058"/>
                  <a:gd name="connsiteX5" fmla="*/ 69523 w 144857"/>
                  <a:gd name="connsiteY5" fmla="*/ 53485 h 86058"/>
                  <a:gd name="connsiteX6" fmla="*/ 17135 w 144857"/>
                  <a:gd name="connsiteY6" fmla="*/ 1172 h 86058"/>
                  <a:gd name="connsiteX7" fmla="*/ 11111 w 144857"/>
                  <a:gd name="connsiteY7" fmla="*/ 1172 h 86058"/>
                  <a:gd name="connsiteX8" fmla="*/ 1288 w 144857"/>
                  <a:gd name="connsiteY8" fmla="*/ 10981 h 86058"/>
                  <a:gd name="connsiteX9" fmla="*/ 1244 w 144857"/>
                  <a:gd name="connsiteY9" fmla="*/ 17084 h 86058"/>
                  <a:gd name="connsiteX10" fmla="*/ 1288 w 144857"/>
                  <a:gd name="connsiteY10" fmla="*/ 17127 h 86058"/>
                  <a:gd name="connsiteX11" fmla="*/ 69130 w 144857"/>
                  <a:gd name="connsiteY11" fmla="*/ 84873 h 86058"/>
                  <a:gd name="connsiteX12" fmla="*/ 75285 w 144857"/>
                  <a:gd name="connsiteY12" fmla="*/ 84873 h 86058"/>
                  <a:gd name="connsiteX13" fmla="*/ 143127 w 144857"/>
                  <a:gd name="connsiteY13" fmla="*/ 17127 h 86058"/>
                  <a:gd name="connsiteX14" fmla="*/ 143994 w 144857"/>
                  <a:gd name="connsiteY14" fmla="*/ 11086 h 86058"/>
                  <a:gd name="connsiteX15" fmla="*/ 143913 w 144857"/>
                  <a:gd name="connsiteY15" fmla="*/ 10981 h 86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44857" h="86058">
                    <a:moveTo>
                      <a:pt x="143913" y="10981"/>
                    </a:moveTo>
                    <a:lnTo>
                      <a:pt x="134090" y="1172"/>
                    </a:lnTo>
                    <a:cubicBezTo>
                      <a:pt x="132387" y="-391"/>
                      <a:pt x="129769" y="-391"/>
                      <a:pt x="128066" y="1172"/>
                    </a:cubicBezTo>
                    <a:lnTo>
                      <a:pt x="75678" y="53485"/>
                    </a:lnTo>
                    <a:cubicBezTo>
                      <a:pt x="74002" y="55182"/>
                      <a:pt x="71266" y="55202"/>
                      <a:pt x="69566" y="53529"/>
                    </a:cubicBezTo>
                    <a:cubicBezTo>
                      <a:pt x="69552" y="53514"/>
                      <a:pt x="69537" y="53500"/>
                      <a:pt x="69523" y="53485"/>
                    </a:cubicBezTo>
                    <a:lnTo>
                      <a:pt x="17135" y="1172"/>
                    </a:lnTo>
                    <a:cubicBezTo>
                      <a:pt x="15432" y="-391"/>
                      <a:pt x="12814" y="-391"/>
                      <a:pt x="11111" y="1172"/>
                    </a:cubicBezTo>
                    <a:lnTo>
                      <a:pt x="1288" y="10981"/>
                    </a:lnTo>
                    <a:cubicBezTo>
                      <a:pt x="-412" y="12654"/>
                      <a:pt x="-432" y="15387"/>
                      <a:pt x="1244" y="17084"/>
                    </a:cubicBezTo>
                    <a:cubicBezTo>
                      <a:pt x="1259" y="17098"/>
                      <a:pt x="1273" y="17113"/>
                      <a:pt x="1288" y="17127"/>
                    </a:cubicBezTo>
                    <a:lnTo>
                      <a:pt x="69130" y="84873"/>
                    </a:lnTo>
                    <a:cubicBezTo>
                      <a:pt x="70877" y="86453"/>
                      <a:pt x="73539" y="86453"/>
                      <a:pt x="75285" y="84873"/>
                    </a:cubicBezTo>
                    <a:lnTo>
                      <a:pt x="143127" y="17127"/>
                    </a:lnTo>
                    <a:cubicBezTo>
                      <a:pt x="145037" y="15698"/>
                      <a:pt x="145426" y="12993"/>
                      <a:pt x="143994" y="11086"/>
                    </a:cubicBezTo>
                    <a:cubicBezTo>
                      <a:pt x="143968" y="11050"/>
                      <a:pt x="143941" y="11015"/>
                      <a:pt x="143913" y="10981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79" name="Freeform 42"/>
              <p:cNvSpPr/>
              <p:nvPr>
                <p:custDataLst>
                  <p:tags r:id="rId14"/>
                </p:custDataLst>
              </p:nvPr>
            </p:nvSpPr>
            <p:spPr>
              <a:xfrm>
                <a:off x="5215388" y="3959839"/>
                <a:ext cx="144857" cy="86131"/>
              </a:xfrm>
              <a:custGeom>
                <a:avLst/>
                <a:gdLst>
                  <a:gd name="connsiteX0" fmla="*/ 143913 w 144857"/>
                  <a:gd name="connsiteY0" fmla="*/ 10953 h 86131"/>
                  <a:gd name="connsiteX1" fmla="*/ 134090 w 144857"/>
                  <a:gd name="connsiteY1" fmla="*/ 1275 h 86131"/>
                  <a:gd name="connsiteX2" fmla="*/ 128164 w 144857"/>
                  <a:gd name="connsiteY2" fmla="*/ 1177 h 86131"/>
                  <a:gd name="connsiteX3" fmla="*/ 128066 w 144857"/>
                  <a:gd name="connsiteY3" fmla="*/ 1275 h 86131"/>
                  <a:gd name="connsiteX4" fmla="*/ 75678 w 144857"/>
                  <a:gd name="connsiteY4" fmla="*/ 53589 h 86131"/>
                  <a:gd name="connsiteX5" fmla="*/ 69566 w 144857"/>
                  <a:gd name="connsiteY5" fmla="*/ 53632 h 86131"/>
                  <a:gd name="connsiteX6" fmla="*/ 69523 w 144857"/>
                  <a:gd name="connsiteY6" fmla="*/ 53589 h 86131"/>
                  <a:gd name="connsiteX7" fmla="*/ 17135 w 144857"/>
                  <a:gd name="connsiteY7" fmla="*/ 1275 h 86131"/>
                  <a:gd name="connsiteX8" fmla="*/ 11209 w 144857"/>
                  <a:gd name="connsiteY8" fmla="*/ 1177 h 86131"/>
                  <a:gd name="connsiteX9" fmla="*/ 11111 w 144857"/>
                  <a:gd name="connsiteY9" fmla="*/ 1275 h 86131"/>
                  <a:gd name="connsiteX10" fmla="*/ 1288 w 144857"/>
                  <a:gd name="connsiteY10" fmla="*/ 10953 h 86131"/>
                  <a:gd name="connsiteX11" fmla="*/ 1244 w 144857"/>
                  <a:gd name="connsiteY11" fmla="*/ 17056 h 86131"/>
                  <a:gd name="connsiteX12" fmla="*/ 1288 w 144857"/>
                  <a:gd name="connsiteY12" fmla="*/ 17100 h 86131"/>
                  <a:gd name="connsiteX13" fmla="*/ 69130 w 144857"/>
                  <a:gd name="connsiteY13" fmla="*/ 84846 h 86131"/>
                  <a:gd name="connsiteX14" fmla="*/ 75242 w 144857"/>
                  <a:gd name="connsiteY14" fmla="*/ 84889 h 86131"/>
                  <a:gd name="connsiteX15" fmla="*/ 75285 w 144857"/>
                  <a:gd name="connsiteY15" fmla="*/ 84846 h 86131"/>
                  <a:gd name="connsiteX16" fmla="*/ 143127 w 144857"/>
                  <a:gd name="connsiteY16" fmla="*/ 17100 h 86131"/>
                  <a:gd name="connsiteX17" fmla="*/ 143994 w 144857"/>
                  <a:gd name="connsiteY17" fmla="*/ 11058 h 86131"/>
                  <a:gd name="connsiteX18" fmla="*/ 143913 w 144857"/>
                  <a:gd name="connsiteY18" fmla="*/ 10953 h 861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44857" h="86131">
                    <a:moveTo>
                      <a:pt x="143913" y="10953"/>
                    </a:moveTo>
                    <a:lnTo>
                      <a:pt x="134090" y="1275"/>
                    </a:lnTo>
                    <a:cubicBezTo>
                      <a:pt x="132481" y="-386"/>
                      <a:pt x="129828" y="-430"/>
                      <a:pt x="128164" y="1177"/>
                    </a:cubicBezTo>
                    <a:cubicBezTo>
                      <a:pt x="128131" y="1209"/>
                      <a:pt x="128098" y="1242"/>
                      <a:pt x="128066" y="1275"/>
                    </a:cubicBezTo>
                    <a:lnTo>
                      <a:pt x="75678" y="53589"/>
                    </a:lnTo>
                    <a:cubicBezTo>
                      <a:pt x="74002" y="55286"/>
                      <a:pt x="71266" y="55305"/>
                      <a:pt x="69566" y="53632"/>
                    </a:cubicBezTo>
                    <a:cubicBezTo>
                      <a:pt x="69552" y="53618"/>
                      <a:pt x="69537" y="53603"/>
                      <a:pt x="69523" y="53589"/>
                    </a:cubicBezTo>
                    <a:lnTo>
                      <a:pt x="17135" y="1275"/>
                    </a:lnTo>
                    <a:cubicBezTo>
                      <a:pt x="15526" y="-386"/>
                      <a:pt x="12873" y="-430"/>
                      <a:pt x="11209" y="1177"/>
                    </a:cubicBezTo>
                    <a:cubicBezTo>
                      <a:pt x="11176" y="1209"/>
                      <a:pt x="11143" y="1242"/>
                      <a:pt x="11111" y="1275"/>
                    </a:cubicBezTo>
                    <a:lnTo>
                      <a:pt x="1288" y="10953"/>
                    </a:lnTo>
                    <a:cubicBezTo>
                      <a:pt x="-412" y="12627"/>
                      <a:pt x="-432" y="15359"/>
                      <a:pt x="1244" y="17056"/>
                    </a:cubicBezTo>
                    <a:cubicBezTo>
                      <a:pt x="1259" y="17071"/>
                      <a:pt x="1273" y="17086"/>
                      <a:pt x="1288" y="17100"/>
                    </a:cubicBezTo>
                    <a:lnTo>
                      <a:pt x="69130" y="84846"/>
                    </a:lnTo>
                    <a:cubicBezTo>
                      <a:pt x="70806" y="86543"/>
                      <a:pt x="73542" y="86562"/>
                      <a:pt x="75242" y="84889"/>
                    </a:cubicBezTo>
                    <a:cubicBezTo>
                      <a:pt x="75257" y="84875"/>
                      <a:pt x="75271" y="84860"/>
                      <a:pt x="75285" y="84846"/>
                    </a:cubicBezTo>
                    <a:lnTo>
                      <a:pt x="143127" y="17100"/>
                    </a:lnTo>
                    <a:cubicBezTo>
                      <a:pt x="145037" y="15671"/>
                      <a:pt x="145426" y="12966"/>
                      <a:pt x="143994" y="11058"/>
                    </a:cubicBezTo>
                    <a:cubicBezTo>
                      <a:pt x="143968" y="11023"/>
                      <a:pt x="143941" y="10988"/>
                      <a:pt x="143913" y="10953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4" name="Group 92"/>
            <p:cNvGrpSpPr/>
            <p:nvPr/>
          </p:nvGrpSpPr>
          <p:grpSpPr>
            <a:xfrm>
              <a:off x="6828402" y="3984375"/>
              <a:ext cx="145075" cy="162639"/>
              <a:chOff x="6832585" y="3423618"/>
              <a:chExt cx="145075" cy="162639"/>
            </a:xfrm>
            <a:solidFill>
              <a:schemeClr val="accent1">
                <a:alpha val="55000"/>
              </a:schemeClr>
            </a:solidFill>
            <a:effectLst/>
          </p:grpSpPr>
          <p:sp>
            <p:nvSpPr>
              <p:cNvPr id="76" name="Freeform 43"/>
              <p:cNvSpPr/>
              <p:nvPr>
                <p:custDataLst>
                  <p:tags r:id="rId15"/>
                </p:custDataLst>
              </p:nvPr>
            </p:nvSpPr>
            <p:spPr>
              <a:xfrm>
                <a:off x="6832585" y="3500126"/>
                <a:ext cx="145075" cy="86131"/>
              </a:xfrm>
              <a:custGeom>
                <a:avLst/>
                <a:gdLst>
                  <a:gd name="connsiteX0" fmla="*/ 1162 w 145075"/>
                  <a:gd name="connsiteY0" fmla="*/ 75178 h 86131"/>
                  <a:gd name="connsiteX1" fmla="*/ 10985 w 145075"/>
                  <a:gd name="connsiteY1" fmla="*/ 84856 h 86131"/>
                  <a:gd name="connsiteX2" fmla="*/ 16911 w 145075"/>
                  <a:gd name="connsiteY2" fmla="*/ 84954 h 86131"/>
                  <a:gd name="connsiteX3" fmla="*/ 17009 w 145075"/>
                  <a:gd name="connsiteY3" fmla="*/ 84856 h 86131"/>
                  <a:gd name="connsiteX4" fmla="*/ 69397 w 145075"/>
                  <a:gd name="connsiteY4" fmla="*/ 32543 h 86131"/>
                  <a:gd name="connsiteX5" fmla="*/ 75553 w 145075"/>
                  <a:gd name="connsiteY5" fmla="*/ 32543 h 86131"/>
                  <a:gd name="connsiteX6" fmla="*/ 127940 w 145075"/>
                  <a:gd name="connsiteY6" fmla="*/ 84856 h 86131"/>
                  <a:gd name="connsiteX7" fmla="*/ 133866 w 145075"/>
                  <a:gd name="connsiteY7" fmla="*/ 84954 h 86131"/>
                  <a:gd name="connsiteX8" fmla="*/ 133965 w 145075"/>
                  <a:gd name="connsiteY8" fmla="*/ 84856 h 86131"/>
                  <a:gd name="connsiteX9" fmla="*/ 143787 w 145075"/>
                  <a:gd name="connsiteY9" fmla="*/ 75178 h 86131"/>
                  <a:gd name="connsiteX10" fmla="*/ 143831 w 145075"/>
                  <a:gd name="connsiteY10" fmla="*/ 69075 h 86131"/>
                  <a:gd name="connsiteX11" fmla="*/ 143787 w 145075"/>
                  <a:gd name="connsiteY11" fmla="*/ 69031 h 86131"/>
                  <a:gd name="connsiteX12" fmla="*/ 75422 w 145075"/>
                  <a:gd name="connsiteY12" fmla="*/ 1286 h 86131"/>
                  <a:gd name="connsiteX13" fmla="*/ 69310 w 145075"/>
                  <a:gd name="connsiteY13" fmla="*/ 1242 h 86131"/>
                  <a:gd name="connsiteX14" fmla="*/ 69266 w 145075"/>
                  <a:gd name="connsiteY14" fmla="*/ 1286 h 86131"/>
                  <a:gd name="connsiteX15" fmla="*/ 1424 w 145075"/>
                  <a:gd name="connsiteY15" fmla="*/ 69031 h 86131"/>
                  <a:gd name="connsiteX16" fmla="*/ 1115 w 145075"/>
                  <a:gd name="connsiteY16" fmla="*/ 75127 h 86131"/>
                  <a:gd name="connsiteX17" fmla="*/ 1162 w 145075"/>
                  <a:gd name="connsiteY17" fmla="*/ 75178 h 861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075" h="86131">
                    <a:moveTo>
                      <a:pt x="1162" y="75178"/>
                    </a:moveTo>
                    <a:lnTo>
                      <a:pt x="10985" y="84856"/>
                    </a:lnTo>
                    <a:cubicBezTo>
                      <a:pt x="12594" y="86517"/>
                      <a:pt x="15247" y="86561"/>
                      <a:pt x="16911" y="84954"/>
                    </a:cubicBezTo>
                    <a:cubicBezTo>
                      <a:pt x="16944" y="84922"/>
                      <a:pt x="16977" y="84889"/>
                      <a:pt x="17009" y="84856"/>
                    </a:cubicBezTo>
                    <a:lnTo>
                      <a:pt x="69397" y="32543"/>
                    </a:lnTo>
                    <a:cubicBezTo>
                      <a:pt x="71144" y="30963"/>
                      <a:pt x="73806" y="30963"/>
                      <a:pt x="75553" y="32543"/>
                    </a:cubicBezTo>
                    <a:lnTo>
                      <a:pt x="127940" y="84856"/>
                    </a:lnTo>
                    <a:cubicBezTo>
                      <a:pt x="129549" y="86517"/>
                      <a:pt x="132203" y="86561"/>
                      <a:pt x="133866" y="84954"/>
                    </a:cubicBezTo>
                    <a:cubicBezTo>
                      <a:pt x="133899" y="84922"/>
                      <a:pt x="133933" y="84889"/>
                      <a:pt x="133965" y="84856"/>
                    </a:cubicBezTo>
                    <a:lnTo>
                      <a:pt x="143787" y="75178"/>
                    </a:lnTo>
                    <a:cubicBezTo>
                      <a:pt x="145487" y="73505"/>
                      <a:pt x="145507" y="70772"/>
                      <a:pt x="143831" y="69075"/>
                    </a:cubicBezTo>
                    <a:cubicBezTo>
                      <a:pt x="143816" y="69060"/>
                      <a:pt x="143802" y="69046"/>
                      <a:pt x="143787" y="69031"/>
                    </a:cubicBezTo>
                    <a:lnTo>
                      <a:pt x="75422" y="1286"/>
                    </a:lnTo>
                    <a:cubicBezTo>
                      <a:pt x="73746" y="-412"/>
                      <a:pt x="71009" y="-431"/>
                      <a:pt x="69310" y="1242"/>
                    </a:cubicBezTo>
                    <a:cubicBezTo>
                      <a:pt x="69295" y="1257"/>
                      <a:pt x="69280" y="1271"/>
                      <a:pt x="69266" y="1286"/>
                    </a:cubicBezTo>
                    <a:lnTo>
                      <a:pt x="1424" y="69031"/>
                    </a:lnTo>
                    <a:cubicBezTo>
                      <a:pt x="-347" y="70630"/>
                      <a:pt x="-485" y="73359"/>
                      <a:pt x="1115" y="75127"/>
                    </a:cubicBezTo>
                    <a:cubicBezTo>
                      <a:pt x="1131" y="75144"/>
                      <a:pt x="1147" y="75161"/>
                      <a:pt x="1162" y="75178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77" name="Freeform 44"/>
              <p:cNvSpPr/>
              <p:nvPr>
                <p:custDataLst>
                  <p:tags r:id="rId16"/>
                </p:custDataLst>
              </p:nvPr>
            </p:nvSpPr>
            <p:spPr>
              <a:xfrm>
                <a:off x="6832585" y="3423618"/>
                <a:ext cx="145075" cy="86131"/>
              </a:xfrm>
              <a:custGeom>
                <a:avLst/>
                <a:gdLst>
                  <a:gd name="connsiteX0" fmla="*/ 1162 w 145075"/>
                  <a:gd name="connsiteY0" fmla="*/ 75178 h 86131"/>
                  <a:gd name="connsiteX1" fmla="*/ 10985 w 145075"/>
                  <a:gd name="connsiteY1" fmla="*/ 84856 h 86131"/>
                  <a:gd name="connsiteX2" fmla="*/ 16911 w 145075"/>
                  <a:gd name="connsiteY2" fmla="*/ 84954 h 86131"/>
                  <a:gd name="connsiteX3" fmla="*/ 17009 w 145075"/>
                  <a:gd name="connsiteY3" fmla="*/ 84856 h 86131"/>
                  <a:gd name="connsiteX4" fmla="*/ 69397 w 145075"/>
                  <a:gd name="connsiteY4" fmla="*/ 32543 h 86131"/>
                  <a:gd name="connsiteX5" fmla="*/ 75509 w 145075"/>
                  <a:gd name="connsiteY5" fmla="*/ 32500 h 86131"/>
                  <a:gd name="connsiteX6" fmla="*/ 75553 w 145075"/>
                  <a:gd name="connsiteY6" fmla="*/ 32543 h 86131"/>
                  <a:gd name="connsiteX7" fmla="*/ 127940 w 145075"/>
                  <a:gd name="connsiteY7" fmla="*/ 84856 h 86131"/>
                  <a:gd name="connsiteX8" fmla="*/ 133866 w 145075"/>
                  <a:gd name="connsiteY8" fmla="*/ 84954 h 86131"/>
                  <a:gd name="connsiteX9" fmla="*/ 133965 w 145075"/>
                  <a:gd name="connsiteY9" fmla="*/ 84856 h 86131"/>
                  <a:gd name="connsiteX10" fmla="*/ 143787 w 145075"/>
                  <a:gd name="connsiteY10" fmla="*/ 75178 h 86131"/>
                  <a:gd name="connsiteX11" fmla="*/ 143831 w 145075"/>
                  <a:gd name="connsiteY11" fmla="*/ 69075 h 86131"/>
                  <a:gd name="connsiteX12" fmla="*/ 143787 w 145075"/>
                  <a:gd name="connsiteY12" fmla="*/ 69031 h 86131"/>
                  <a:gd name="connsiteX13" fmla="*/ 75422 w 145075"/>
                  <a:gd name="connsiteY13" fmla="*/ 1286 h 86131"/>
                  <a:gd name="connsiteX14" fmla="*/ 69310 w 145075"/>
                  <a:gd name="connsiteY14" fmla="*/ 1242 h 86131"/>
                  <a:gd name="connsiteX15" fmla="*/ 69266 w 145075"/>
                  <a:gd name="connsiteY15" fmla="*/ 1286 h 86131"/>
                  <a:gd name="connsiteX16" fmla="*/ 1424 w 145075"/>
                  <a:gd name="connsiteY16" fmla="*/ 69031 h 86131"/>
                  <a:gd name="connsiteX17" fmla="*/ 1115 w 145075"/>
                  <a:gd name="connsiteY17" fmla="*/ 75127 h 86131"/>
                  <a:gd name="connsiteX18" fmla="*/ 1162 w 145075"/>
                  <a:gd name="connsiteY18" fmla="*/ 75178 h 861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45075" h="86131">
                    <a:moveTo>
                      <a:pt x="1162" y="75178"/>
                    </a:moveTo>
                    <a:lnTo>
                      <a:pt x="10985" y="84856"/>
                    </a:lnTo>
                    <a:cubicBezTo>
                      <a:pt x="12594" y="86517"/>
                      <a:pt x="15247" y="86561"/>
                      <a:pt x="16911" y="84954"/>
                    </a:cubicBezTo>
                    <a:cubicBezTo>
                      <a:pt x="16944" y="84922"/>
                      <a:pt x="16977" y="84889"/>
                      <a:pt x="17009" y="84856"/>
                    </a:cubicBezTo>
                    <a:lnTo>
                      <a:pt x="69397" y="32543"/>
                    </a:lnTo>
                    <a:cubicBezTo>
                      <a:pt x="71073" y="30846"/>
                      <a:pt x="73809" y="30826"/>
                      <a:pt x="75509" y="32500"/>
                    </a:cubicBezTo>
                    <a:cubicBezTo>
                      <a:pt x="75524" y="32514"/>
                      <a:pt x="75538" y="32528"/>
                      <a:pt x="75553" y="32543"/>
                    </a:cubicBezTo>
                    <a:lnTo>
                      <a:pt x="127940" y="84856"/>
                    </a:lnTo>
                    <a:cubicBezTo>
                      <a:pt x="129549" y="86517"/>
                      <a:pt x="132203" y="86561"/>
                      <a:pt x="133866" y="84954"/>
                    </a:cubicBezTo>
                    <a:cubicBezTo>
                      <a:pt x="133899" y="84922"/>
                      <a:pt x="133933" y="84889"/>
                      <a:pt x="133965" y="84856"/>
                    </a:cubicBezTo>
                    <a:lnTo>
                      <a:pt x="143787" y="75178"/>
                    </a:lnTo>
                    <a:cubicBezTo>
                      <a:pt x="145487" y="73505"/>
                      <a:pt x="145507" y="70772"/>
                      <a:pt x="143831" y="69075"/>
                    </a:cubicBezTo>
                    <a:cubicBezTo>
                      <a:pt x="143816" y="69060"/>
                      <a:pt x="143802" y="69046"/>
                      <a:pt x="143787" y="69031"/>
                    </a:cubicBezTo>
                    <a:lnTo>
                      <a:pt x="75422" y="1286"/>
                    </a:lnTo>
                    <a:cubicBezTo>
                      <a:pt x="73746" y="-412"/>
                      <a:pt x="71009" y="-431"/>
                      <a:pt x="69310" y="1242"/>
                    </a:cubicBezTo>
                    <a:cubicBezTo>
                      <a:pt x="69295" y="1257"/>
                      <a:pt x="69280" y="1271"/>
                      <a:pt x="69266" y="1286"/>
                    </a:cubicBezTo>
                    <a:lnTo>
                      <a:pt x="1424" y="69031"/>
                    </a:lnTo>
                    <a:cubicBezTo>
                      <a:pt x="-347" y="70629"/>
                      <a:pt x="-485" y="73359"/>
                      <a:pt x="1115" y="75127"/>
                    </a:cubicBezTo>
                    <a:cubicBezTo>
                      <a:pt x="1131" y="75144"/>
                      <a:pt x="1147" y="75161"/>
                      <a:pt x="1162" y="75178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23" name="Group 93"/>
            <p:cNvGrpSpPr/>
            <p:nvPr/>
          </p:nvGrpSpPr>
          <p:grpSpPr>
            <a:xfrm>
              <a:off x="8443907" y="4444061"/>
              <a:ext cx="144857" cy="162666"/>
              <a:chOff x="8448090" y="3883304"/>
              <a:chExt cx="144857" cy="162666"/>
            </a:xfrm>
            <a:solidFill>
              <a:schemeClr val="accent1">
                <a:alpha val="55000"/>
              </a:schemeClr>
            </a:solidFill>
            <a:effectLst/>
          </p:grpSpPr>
          <p:sp>
            <p:nvSpPr>
              <p:cNvPr id="74" name="Freeform 45"/>
              <p:cNvSpPr/>
              <p:nvPr>
                <p:custDataLst>
                  <p:tags r:id="rId17"/>
                </p:custDataLst>
              </p:nvPr>
            </p:nvSpPr>
            <p:spPr>
              <a:xfrm>
                <a:off x="8448090" y="3883304"/>
                <a:ext cx="144857" cy="86058"/>
              </a:xfrm>
              <a:custGeom>
                <a:avLst/>
                <a:gdLst>
                  <a:gd name="connsiteX0" fmla="*/ 143913 w 144857"/>
                  <a:gd name="connsiteY0" fmla="*/ 10981 h 86058"/>
                  <a:gd name="connsiteX1" fmla="*/ 134090 w 144857"/>
                  <a:gd name="connsiteY1" fmla="*/ 1172 h 86058"/>
                  <a:gd name="connsiteX2" fmla="*/ 128065 w 144857"/>
                  <a:gd name="connsiteY2" fmla="*/ 1172 h 86058"/>
                  <a:gd name="connsiteX3" fmla="*/ 75678 w 144857"/>
                  <a:gd name="connsiteY3" fmla="*/ 53485 h 86058"/>
                  <a:gd name="connsiteX4" fmla="*/ 69566 w 144857"/>
                  <a:gd name="connsiteY4" fmla="*/ 53529 h 86058"/>
                  <a:gd name="connsiteX5" fmla="*/ 69523 w 144857"/>
                  <a:gd name="connsiteY5" fmla="*/ 53485 h 86058"/>
                  <a:gd name="connsiteX6" fmla="*/ 17135 w 144857"/>
                  <a:gd name="connsiteY6" fmla="*/ 1172 h 86058"/>
                  <a:gd name="connsiteX7" fmla="*/ 11110 w 144857"/>
                  <a:gd name="connsiteY7" fmla="*/ 1172 h 86058"/>
                  <a:gd name="connsiteX8" fmla="*/ 1288 w 144857"/>
                  <a:gd name="connsiteY8" fmla="*/ 10981 h 86058"/>
                  <a:gd name="connsiteX9" fmla="*/ 1244 w 144857"/>
                  <a:gd name="connsiteY9" fmla="*/ 17084 h 86058"/>
                  <a:gd name="connsiteX10" fmla="*/ 1288 w 144857"/>
                  <a:gd name="connsiteY10" fmla="*/ 17127 h 86058"/>
                  <a:gd name="connsiteX11" fmla="*/ 69129 w 144857"/>
                  <a:gd name="connsiteY11" fmla="*/ 84873 h 86058"/>
                  <a:gd name="connsiteX12" fmla="*/ 75284 w 144857"/>
                  <a:gd name="connsiteY12" fmla="*/ 84873 h 86058"/>
                  <a:gd name="connsiteX13" fmla="*/ 143127 w 144857"/>
                  <a:gd name="connsiteY13" fmla="*/ 17127 h 86058"/>
                  <a:gd name="connsiteX14" fmla="*/ 143994 w 144857"/>
                  <a:gd name="connsiteY14" fmla="*/ 11086 h 86058"/>
                  <a:gd name="connsiteX15" fmla="*/ 143913 w 144857"/>
                  <a:gd name="connsiteY15" fmla="*/ 10981 h 86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44857" h="86058">
                    <a:moveTo>
                      <a:pt x="143913" y="10981"/>
                    </a:moveTo>
                    <a:lnTo>
                      <a:pt x="134090" y="1172"/>
                    </a:lnTo>
                    <a:cubicBezTo>
                      <a:pt x="132387" y="-391"/>
                      <a:pt x="129769" y="-391"/>
                      <a:pt x="128065" y="1172"/>
                    </a:cubicBezTo>
                    <a:lnTo>
                      <a:pt x="75678" y="53485"/>
                    </a:lnTo>
                    <a:cubicBezTo>
                      <a:pt x="74002" y="55182"/>
                      <a:pt x="71265" y="55202"/>
                      <a:pt x="69566" y="53529"/>
                    </a:cubicBezTo>
                    <a:cubicBezTo>
                      <a:pt x="69551" y="53514"/>
                      <a:pt x="69537" y="53500"/>
                      <a:pt x="69523" y="53485"/>
                    </a:cubicBezTo>
                    <a:lnTo>
                      <a:pt x="17135" y="1172"/>
                    </a:lnTo>
                    <a:cubicBezTo>
                      <a:pt x="15432" y="-391"/>
                      <a:pt x="12814" y="-391"/>
                      <a:pt x="11110" y="1172"/>
                    </a:cubicBezTo>
                    <a:lnTo>
                      <a:pt x="1288" y="10981"/>
                    </a:lnTo>
                    <a:cubicBezTo>
                      <a:pt x="-412" y="12654"/>
                      <a:pt x="-432" y="15387"/>
                      <a:pt x="1244" y="17084"/>
                    </a:cubicBezTo>
                    <a:cubicBezTo>
                      <a:pt x="1259" y="17098"/>
                      <a:pt x="1273" y="17113"/>
                      <a:pt x="1288" y="17127"/>
                    </a:cubicBezTo>
                    <a:lnTo>
                      <a:pt x="69129" y="84873"/>
                    </a:lnTo>
                    <a:cubicBezTo>
                      <a:pt x="70876" y="86453"/>
                      <a:pt x="73538" y="86453"/>
                      <a:pt x="75284" y="84873"/>
                    </a:cubicBezTo>
                    <a:lnTo>
                      <a:pt x="143127" y="17127"/>
                    </a:lnTo>
                    <a:cubicBezTo>
                      <a:pt x="145037" y="15698"/>
                      <a:pt x="145425" y="12993"/>
                      <a:pt x="143994" y="11086"/>
                    </a:cubicBezTo>
                    <a:cubicBezTo>
                      <a:pt x="143968" y="11050"/>
                      <a:pt x="143941" y="11015"/>
                      <a:pt x="143913" y="10981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75" name="Freeform 46"/>
              <p:cNvSpPr/>
              <p:nvPr>
                <p:custDataLst>
                  <p:tags r:id="rId18"/>
                </p:custDataLst>
              </p:nvPr>
            </p:nvSpPr>
            <p:spPr>
              <a:xfrm>
                <a:off x="8448090" y="3959839"/>
                <a:ext cx="144857" cy="86131"/>
              </a:xfrm>
              <a:custGeom>
                <a:avLst/>
                <a:gdLst>
                  <a:gd name="connsiteX0" fmla="*/ 143913 w 144857"/>
                  <a:gd name="connsiteY0" fmla="*/ 10953 h 86131"/>
                  <a:gd name="connsiteX1" fmla="*/ 134090 w 144857"/>
                  <a:gd name="connsiteY1" fmla="*/ 1275 h 86131"/>
                  <a:gd name="connsiteX2" fmla="*/ 128164 w 144857"/>
                  <a:gd name="connsiteY2" fmla="*/ 1177 h 86131"/>
                  <a:gd name="connsiteX3" fmla="*/ 128065 w 144857"/>
                  <a:gd name="connsiteY3" fmla="*/ 1275 h 86131"/>
                  <a:gd name="connsiteX4" fmla="*/ 75678 w 144857"/>
                  <a:gd name="connsiteY4" fmla="*/ 53589 h 86131"/>
                  <a:gd name="connsiteX5" fmla="*/ 69566 w 144857"/>
                  <a:gd name="connsiteY5" fmla="*/ 53632 h 86131"/>
                  <a:gd name="connsiteX6" fmla="*/ 69523 w 144857"/>
                  <a:gd name="connsiteY6" fmla="*/ 53589 h 86131"/>
                  <a:gd name="connsiteX7" fmla="*/ 17135 w 144857"/>
                  <a:gd name="connsiteY7" fmla="*/ 1275 h 86131"/>
                  <a:gd name="connsiteX8" fmla="*/ 11209 w 144857"/>
                  <a:gd name="connsiteY8" fmla="*/ 1177 h 86131"/>
                  <a:gd name="connsiteX9" fmla="*/ 11110 w 144857"/>
                  <a:gd name="connsiteY9" fmla="*/ 1275 h 86131"/>
                  <a:gd name="connsiteX10" fmla="*/ 1288 w 144857"/>
                  <a:gd name="connsiteY10" fmla="*/ 10953 h 86131"/>
                  <a:gd name="connsiteX11" fmla="*/ 1244 w 144857"/>
                  <a:gd name="connsiteY11" fmla="*/ 17056 h 86131"/>
                  <a:gd name="connsiteX12" fmla="*/ 1288 w 144857"/>
                  <a:gd name="connsiteY12" fmla="*/ 17100 h 86131"/>
                  <a:gd name="connsiteX13" fmla="*/ 69129 w 144857"/>
                  <a:gd name="connsiteY13" fmla="*/ 84846 h 86131"/>
                  <a:gd name="connsiteX14" fmla="*/ 75241 w 144857"/>
                  <a:gd name="connsiteY14" fmla="*/ 84889 h 86131"/>
                  <a:gd name="connsiteX15" fmla="*/ 75284 w 144857"/>
                  <a:gd name="connsiteY15" fmla="*/ 84846 h 86131"/>
                  <a:gd name="connsiteX16" fmla="*/ 143127 w 144857"/>
                  <a:gd name="connsiteY16" fmla="*/ 17100 h 86131"/>
                  <a:gd name="connsiteX17" fmla="*/ 143994 w 144857"/>
                  <a:gd name="connsiteY17" fmla="*/ 11058 h 86131"/>
                  <a:gd name="connsiteX18" fmla="*/ 143913 w 144857"/>
                  <a:gd name="connsiteY18" fmla="*/ 10953 h 861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44857" h="86131">
                    <a:moveTo>
                      <a:pt x="143913" y="10953"/>
                    </a:moveTo>
                    <a:lnTo>
                      <a:pt x="134090" y="1275"/>
                    </a:lnTo>
                    <a:cubicBezTo>
                      <a:pt x="132481" y="-386"/>
                      <a:pt x="129828" y="-430"/>
                      <a:pt x="128164" y="1177"/>
                    </a:cubicBezTo>
                    <a:cubicBezTo>
                      <a:pt x="128130" y="1209"/>
                      <a:pt x="128097" y="1242"/>
                      <a:pt x="128065" y="1275"/>
                    </a:cubicBezTo>
                    <a:lnTo>
                      <a:pt x="75678" y="53589"/>
                    </a:lnTo>
                    <a:cubicBezTo>
                      <a:pt x="74002" y="55286"/>
                      <a:pt x="71265" y="55305"/>
                      <a:pt x="69566" y="53632"/>
                    </a:cubicBezTo>
                    <a:cubicBezTo>
                      <a:pt x="69551" y="53618"/>
                      <a:pt x="69537" y="53603"/>
                      <a:pt x="69523" y="53589"/>
                    </a:cubicBezTo>
                    <a:lnTo>
                      <a:pt x="17135" y="1275"/>
                    </a:lnTo>
                    <a:cubicBezTo>
                      <a:pt x="15526" y="-386"/>
                      <a:pt x="12873" y="-430"/>
                      <a:pt x="11209" y="1177"/>
                    </a:cubicBezTo>
                    <a:cubicBezTo>
                      <a:pt x="11175" y="1209"/>
                      <a:pt x="11142" y="1242"/>
                      <a:pt x="11110" y="1275"/>
                    </a:cubicBezTo>
                    <a:lnTo>
                      <a:pt x="1288" y="10953"/>
                    </a:lnTo>
                    <a:cubicBezTo>
                      <a:pt x="-412" y="12627"/>
                      <a:pt x="-432" y="15359"/>
                      <a:pt x="1244" y="17056"/>
                    </a:cubicBezTo>
                    <a:cubicBezTo>
                      <a:pt x="1259" y="17071"/>
                      <a:pt x="1273" y="17086"/>
                      <a:pt x="1288" y="17100"/>
                    </a:cubicBezTo>
                    <a:lnTo>
                      <a:pt x="69129" y="84846"/>
                    </a:lnTo>
                    <a:cubicBezTo>
                      <a:pt x="70805" y="86543"/>
                      <a:pt x="73542" y="86562"/>
                      <a:pt x="75241" y="84889"/>
                    </a:cubicBezTo>
                    <a:cubicBezTo>
                      <a:pt x="75256" y="84875"/>
                      <a:pt x="75270" y="84860"/>
                      <a:pt x="75284" y="84846"/>
                    </a:cubicBezTo>
                    <a:lnTo>
                      <a:pt x="143127" y="17100"/>
                    </a:lnTo>
                    <a:cubicBezTo>
                      <a:pt x="145037" y="15671"/>
                      <a:pt x="145425" y="12966"/>
                      <a:pt x="143994" y="11058"/>
                    </a:cubicBezTo>
                    <a:cubicBezTo>
                      <a:pt x="143968" y="11023"/>
                      <a:pt x="143941" y="10988"/>
                      <a:pt x="143913" y="10953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24" name="Group 94"/>
            <p:cNvGrpSpPr/>
            <p:nvPr/>
          </p:nvGrpSpPr>
          <p:grpSpPr>
            <a:xfrm>
              <a:off x="10061452" y="3984375"/>
              <a:ext cx="144857" cy="162639"/>
              <a:chOff x="10065635" y="3423618"/>
              <a:chExt cx="144857" cy="162639"/>
            </a:xfrm>
            <a:solidFill>
              <a:schemeClr val="accent1">
                <a:alpha val="55000"/>
              </a:schemeClr>
            </a:solidFill>
            <a:effectLst/>
          </p:grpSpPr>
          <p:sp>
            <p:nvSpPr>
              <p:cNvPr id="72" name="Freeform 47"/>
              <p:cNvSpPr/>
              <p:nvPr>
                <p:custDataLst>
                  <p:tags r:id="rId19"/>
                </p:custDataLst>
              </p:nvPr>
            </p:nvSpPr>
            <p:spPr>
              <a:xfrm>
                <a:off x="10065635" y="3500126"/>
                <a:ext cx="144857" cy="86131"/>
              </a:xfrm>
              <a:custGeom>
                <a:avLst/>
                <a:gdLst>
                  <a:gd name="connsiteX0" fmla="*/ 945 w 144857"/>
                  <a:gd name="connsiteY0" fmla="*/ 75178 h 86131"/>
                  <a:gd name="connsiteX1" fmla="*/ 10767 w 144857"/>
                  <a:gd name="connsiteY1" fmla="*/ 84856 h 86131"/>
                  <a:gd name="connsiteX2" fmla="*/ 16694 w 144857"/>
                  <a:gd name="connsiteY2" fmla="*/ 84954 h 86131"/>
                  <a:gd name="connsiteX3" fmla="*/ 16792 w 144857"/>
                  <a:gd name="connsiteY3" fmla="*/ 84856 h 86131"/>
                  <a:gd name="connsiteX4" fmla="*/ 69180 w 144857"/>
                  <a:gd name="connsiteY4" fmla="*/ 32543 h 86131"/>
                  <a:gd name="connsiteX5" fmla="*/ 75335 w 144857"/>
                  <a:gd name="connsiteY5" fmla="*/ 32543 h 86131"/>
                  <a:gd name="connsiteX6" fmla="*/ 127722 w 144857"/>
                  <a:gd name="connsiteY6" fmla="*/ 84856 h 86131"/>
                  <a:gd name="connsiteX7" fmla="*/ 133649 w 144857"/>
                  <a:gd name="connsiteY7" fmla="*/ 84954 h 86131"/>
                  <a:gd name="connsiteX8" fmla="*/ 133747 w 144857"/>
                  <a:gd name="connsiteY8" fmla="*/ 84856 h 86131"/>
                  <a:gd name="connsiteX9" fmla="*/ 143570 w 144857"/>
                  <a:gd name="connsiteY9" fmla="*/ 75178 h 86131"/>
                  <a:gd name="connsiteX10" fmla="*/ 143613 w 144857"/>
                  <a:gd name="connsiteY10" fmla="*/ 69075 h 86131"/>
                  <a:gd name="connsiteX11" fmla="*/ 143570 w 144857"/>
                  <a:gd name="connsiteY11" fmla="*/ 69031 h 86131"/>
                  <a:gd name="connsiteX12" fmla="*/ 75728 w 144857"/>
                  <a:gd name="connsiteY12" fmla="*/ 1286 h 86131"/>
                  <a:gd name="connsiteX13" fmla="*/ 69616 w 144857"/>
                  <a:gd name="connsiteY13" fmla="*/ 1242 h 86131"/>
                  <a:gd name="connsiteX14" fmla="*/ 69573 w 144857"/>
                  <a:gd name="connsiteY14" fmla="*/ 1286 h 86131"/>
                  <a:gd name="connsiteX15" fmla="*/ 1731 w 144857"/>
                  <a:gd name="connsiteY15" fmla="*/ 69031 h 86131"/>
                  <a:gd name="connsiteX16" fmla="*/ 863 w 144857"/>
                  <a:gd name="connsiteY16" fmla="*/ 75073 h 86131"/>
                  <a:gd name="connsiteX17" fmla="*/ 945 w 144857"/>
                  <a:gd name="connsiteY17" fmla="*/ 75178 h 861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4857" h="86131">
                    <a:moveTo>
                      <a:pt x="945" y="75178"/>
                    </a:moveTo>
                    <a:lnTo>
                      <a:pt x="10767" y="84856"/>
                    </a:lnTo>
                    <a:cubicBezTo>
                      <a:pt x="12377" y="86517"/>
                      <a:pt x="15030" y="86561"/>
                      <a:pt x="16694" y="84954"/>
                    </a:cubicBezTo>
                    <a:cubicBezTo>
                      <a:pt x="16728" y="84922"/>
                      <a:pt x="16760" y="84889"/>
                      <a:pt x="16792" y="84856"/>
                    </a:cubicBezTo>
                    <a:lnTo>
                      <a:pt x="69180" y="32543"/>
                    </a:lnTo>
                    <a:cubicBezTo>
                      <a:pt x="70926" y="30963"/>
                      <a:pt x="73588" y="30963"/>
                      <a:pt x="75335" y="32543"/>
                    </a:cubicBezTo>
                    <a:lnTo>
                      <a:pt x="127722" y="84856"/>
                    </a:lnTo>
                    <a:cubicBezTo>
                      <a:pt x="129332" y="86517"/>
                      <a:pt x="131985" y="86561"/>
                      <a:pt x="133649" y="84954"/>
                    </a:cubicBezTo>
                    <a:cubicBezTo>
                      <a:pt x="133683" y="84922"/>
                      <a:pt x="133715" y="84889"/>
                      <a:pt x="133747" y="84856"/>
                    </a:cubicBezTo>
                    <a:lnTo>
                      <a:pt x="143570" y="75178"/>
                    </a:lnTo>
                    <a:cubicBezTo>
                      <a:pt x="145269" y="73505"/>
                      <a:pt x="145289" y="70772"/>
                      <a:pt x="143613" y="69075"/>
                    </a:cubicBezTo>
                    <a:cubicBezTo>
                      <a:pt x="143599" y="69060"/>
                      <a:pt x="143584" y="69046"/>
                      <a:pt x="143570" y="69031"/>
                    </a:cubicBezTo>
                    <a:lnTo>
                      <a:pt x="75728" y="1286"/>
                    </a:lnTo>
                    <a:cubicBezTo>
                      <a:pt x="74053" y="-412"/>
                      <a:pt x="71316" y="-431"/>
                      <a:pt x="69616" y="1242"/>
                    </a:cubicBezTo>
                    <a:cubicBezTo>
                      <a:pt x="69602" y="1257"/>
                      <a:pt x="69588" y="1271"/>
                      <a:pt x="69573" y="1286"/>
                    </a:cubicBezTo>
                    <a:lnTo>
                      <a:pt x="1731" y="69031"/>
                    </a:lnTo>
                    <a:cubicBezTo>
                      <a:pt x="-180" y="70461"/>
                      <a:pt x="-568" y="73166"/>
                      <a:pt x="863" y="75073"/>
                    </a:cubicBezTo>
                    <a:cubicBezTo>
                      <a:pt x="890" y="75109"/>
                      <a:pt x="917" y="75144"/>
                      <a:pt x="945" y="75178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73" name="Freeform 48"/>
              <p:cNvSpPr/>
              <p:nvPr>
                <p:custDataLst>
                  <p:tags r:id="rId20"/>
                </p:custDataLst>
              </p:nvPr>
            </p:nvSpPr>
            <p:spPr>
              <a:xfrm>
                <a:off x="10065635" y="3423618"/>
                <a:ext cx="144857" cy="86131"/>
              </a:xfrm>
              <a:custGeom>
                <a:avLst/>
                <a:gdLst>
                  <a:gd name="connsiteX0" fmla="*/ 945 w 144857"/>
                  <a:gd name="connsiteY0" fmla="*/ 75178 h 86131"/>
                  <a:gd name="connsiteX1" fmla="*/ 10767 w 144857"/>
                  <a:gd name="connsiteY1" fmla="*/ 84856 h 86131"/>
                  <a:gd name="connsiteX2" fmla="*/ 16694 w 144857"/>
                  <a:gd name="connsiteY2" fmla="*/ 84954 h 86131"/>
                  <a:gd name="connsiteX3" fmla="*/ 16792 w 144857"/>
                  <a:gd name="connsiteY3" fmla="*/ 84856 h 86131"/>
                  <a:gd name="connsiteX4" fmla="*/ 69180 w 144857"/>
                  <a:gd name="connsiteY4" fmla="*/ 32543 h 86131"/>
                  <a:gd name="connsiteX5" fmla="*/ 75292 w 144857"/>
                  <a:gd name="connsiteY5" fmla="*/ 32500 h 86131"/>
                  <a:gd name="connsiteX6" fmla="*/ 75335 w 144857"/>
                  <a:gd name="connsiteY6" fmla="*/ 32543 h 86131"/>
                  <a:gd name="connsiteX7" fmla="*/ 127722 w 144857"/>
                  <a:gd name="connsiteY7" fmla="*/ 84856 h 86131"/>
                  <a:gd name="connsiteX8" fmla="*/ 133649 w 144857"/>
                  <a:gd name="connsiteY8" fmla="*/ 84954 h 86131"/>
                  <a:gd name="connsiteX9" fmla="*/ 133747 w 144857"/>
                  <a:gd name="connsiteY9" fmla="*/ 84856 h 86131"/>
                  <a:gd name="connsiteX10" fmla="*/ 143570 w 144857"/>
                  <a:gd name="connsiteY10" fmla="*/ 75178 h 86131"/>
                  <a:gd name="connsiteX11" fmla="*/ 143613 w 144857"/>
                  <a:gd name="connsiteY11" fmla="*/ 69075 h 86131"/>
                  <a:gd name="connsiteX12" fmla="*/ 143570 w 144857"/>
                  <a:gd name="connsiteY12" fmla="*/ 69031 h 86131"/>
                  <a:gd name="connsiteX13" fmla="*/ 75728 w 144857"/>
                  <a:gd name="connsiteY13" fmla="*/ 1286 h 86131"/>
                  <a:gd name="connsiteX14" fmla="*/ 69616 w 144857"/>
                  <a:gd name="connsiteY14" fmla="*/ 1242 h 86131"/>
                  <a:gd name="connsiteX15" fmla="*/ 69573 w 144857"/>
                  <a:gd name="connsiteY15" fmla="*/ 1286 h 86131"/>
                  <a:gd name="connsiteX16" fmla="*/ 1731 w 144857"/>
                  <a:gd name="connsiteY16" fmla="*/ 69031 h 86131"/>
                  <a:gd name="connsiteX17" fmla="*/ 863 w 144857"/>
                  <a:gd name="connsiteY17" fmla="*/ 75073 h 86131"/>
                  <a:gd name="connsiteX18" fmla="*/ 945 w 144857"/>
                  <a:gd name="connsiteY18" fmla="*/ 75178 h 861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44857" h="86131">
                    <a:moveTo>
                      <a:pt x="945" y="75178"/>
                    </a:moveTo>
                    <a:lnTo>
                      <a:pt x="10767" y="84856"/>
                    </a:lnTo>
                    <a:cubicBezTo>
                      <a:pt x="12377" y="86517"/>
                      <a:pt x="15030" y="86561"/>
                      <a:pt x="16694" y="84954"/>
                    </a:cubicBezTo>
                    <a:cubicBezTo>
                      <a:pt x="16728" y="84922"/>
                      <a:pt x="16760" y="84889"/>
                      <a:pt x="16792" y="84856"/>
                    </a:cubicBezTo>
                    <a:lnTo>
                      <a:pt x="69180" y="32543"/>
                    </a:lnTo>
                    <a:cubicBezTo>
                      <a:pt x="70855" y="30846"/>
                      <a:pt x="73592" y="30826"/>
                      <a:pt x="75292" y="32500"/>
                    </a:cubicBezTo>
                    <a:cubicBezTo>
                      <a:pt x="75306" y="32514"/>
                      <a:pt x="75321" y="32528"/>
                      <a:pt x="75335" y="32543"/>
                    </a:cubicBezTo>
                    <a:lnTo>
                      <a:pt x="127722" y="84856"/>
                    </a:lnTo>
                    <a:cubicBezTo>
                      <a:pt x="129332" y="86517"/>
                      <a:pt x="131985" y="86561"/>
                      <a:pt x="133649" y="84954"/>
                    </a:cubicBezTo>
                    <a:cubicBezTo>
                      <a:pt x="133683" y="84922"/>
                      <a:pt x="133715" y="84889"/>
                      <a:pt x="133747" y="84856"/>
                    </a:cubicBezTo>
                    <a:lnTo>
                      <a:pt x="143570" y="75178"/>
                    </a:lnTo>
                    <a:cubicBezTo>
                      <a:pt x="145269" y="73505"/>
                      <a:pt x="145289" y="70772"/>
                      <a:pt x="143613" y="69075"/>
                    </a:cubicBezTo>
                    <a:cubicBezTo>
                      <a:pt x="143599" y="69060"/>
                      <a:pt x="143584" y="69046"/>
                      <a:pt x="143570" y="69031"/>
                    </a:cubicBezTo>
                    <a:lnTo>
                      <a:pt x="75728" y="1286"/>
                    </a:lnTo>
                    <a:cubicBezTo>
                      <a:pt x="74053" y="-412"/>
                      <a:pt x="71316" y="-431"/>
                      <a:pt x="69616" y="1242"/>
                    </a:cubicBezTo>
                    <a:cubicBezTo>
                      <a:pt x="69602" y="1257"/>
                      <a:pt x="69588" y="1271"/>
                      <a:pt x="69573" y="1286"/>
                    </a:cubicBezTo>
                    <a:lnTo>
                      <a:pt x="1731" y="69031"/>
                    </a:lnTo>
                    <a:cubicBezTo>
                      <a:pt x="-180" y="70461"/>
                      <a:pt x="-568" y="73166"/>
                      <a:pt x="863" y="75073"/>
                    </a:cubicBezTo>
                    <a:cubicBezTo>
                      <a:pt x="890" y="75109"/>
                      <a:pt x="917" y="75144"/>
                      <a:pt x="945" y="75178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25" name="Group 8"/>
            <p:cNvGrpSpPr/>
            <p:nvPr/>
          </p:nvGrpSpPr>
          <p:grpSpPr>
            <a:xfrm>
              <a:off x="1887616" y="3267658"/>
              <a:ext cx="327963" cy="457685"/>
              <a:chOff x="1891610" y="2706901"/>
              <a:chExt cx="327963" cy="457685"/>
            </a:xfrm>
            <a:solidFill>
              <a:schemeClr val="accent1">
                <a:alpha val="70000"/>
              </a:schemeClr>
            </a:solidFill>
            <a:effectLst/>
          </p:grpSpPr>
          <p:sp>
            <p:nvSpPr>
              <p:cNvPr id="68" name="Freeform 49"/>
              <p:cNvSpPr/>
              <p:nvPr>
                <p:custDataLst>
                  <p:tags r:id="rId21"/>
                </p:custDataLst>
              </p:nvPr>
            </p:nvSpPr>
            <p:spPr>
              <a:xfrm>
                <a:off x="2035052" y="2969256"/>
                <a:ext cx="41386" cy="93379"/>
              </a:xfrm>
              <a:custGeom>
                <a:avLst/>
                <a:gdLst>
                  <a:gd name="connsiteX0" fmla="*/ 20693 w 41386"/>
                  <a:gd name="connsiteY0" fmla="*/ 93379 h 93379"/>
                  <a:gd name="connsiteX1" fmla="*/ 41386 w 41386"/>
                  <a:gd name="connsiteY1" fmla="*/ 40020 h 93379"/>
                  <a:gd name="connsiteX2" fmla="*/ 38374 w 41386"/>
                  <a:gd name="connsiteY2" fmla="*/ 0 h 93379"/>
                  <a:gd name="connsiteX3" fmla="*/ 20693 w 41386"/>
                  <a:gd name="connsiteY3" fmla="*/ 0 h 93379"/>
                  <a:gd name="connsiteX4" fmla="*/ 3012 w 41386"/>
                  <a:gd name="connsiteY4" fmla="*/ 0 h 93379"/>
                  <a:gd name="connsiteX5" fmla="*/ 0 w 41386"/>
                  <a:gd name="connsiteY5" fmla="*/ 40020 h 93379"/>
                  <a:gd name="connsiteX6" fmla="*/ 20693 w 41386"/>
                  <a:gd name="connsiteY6" fmla="*/ 93379 h 933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1386" h="93379">
                    <a:moveTo>
                      <a:pt x="20693" y="93379"/>
                    </a:moveTo>
                    <a:lnTo>
                      <a:pt x="41386" y="40020"/>
                    </a:lnTo>
                    <a:lnTo>
                      <a:pt x="38374" y="0"/>
                    </a:lnTo>
                    <a:lnTo>
                      <a:pt x="20693" y="0"/>
                    </a:lnTo>
                    <a:lnTo>
                      <a:pt x="3012" y="0"/>
                    </a:lnTo>
                    <a:lnTo>
                      <a:pt x="0" y="40020"/>
                    </a:lnTo>
                    <a:lnTo>
                      <a:pt x="20693" y="93379"/>
                    </a:ln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69" name="Freeform 50"/>
              <p:cNvSpPr/>
              <p:nvPr>
                <p:custDataLst>
                  <p:tags r:id="rId22"/>
                </p:custDataLst>
              </p:nvPr>
            </p:nvSpPr>
            <p:spPr>
              <a:xfrm>
                <a:off x="1955030" y="2706901"/>
                <a:ext cx="201298" cy="202851"/>
              </a:xfrm>
              <a:custGeom>
                <a:avLst/>
                <a:gdLst>
                  <a:gd name="connsiteX0" fmla="*/ 30778 w 201298"/>
                  <a:gd name="connsiteY0" fmla="*/ 136280 h 202851"/>
                  <a:gd name="connsiteX1" fmla="*/ 100715 w 201298"/>
                  <a:gd name="connsiteY1" fmla="*/ 202849 h 202851"/>
                  <a:gd name="connsiteX2" fmla="*/ 170652 w 201298"/>
                  <a:gd name="connsiteY2" fmla="*/ 136280 h 202851"/>
                  <a:gd name="connsiteX3" fmla="*/ 201299 w 201298"/>
                  <a:gd name="connsiteY3" fmla="*/ 100576 h 202851"/>
                  <a:gd name="connsiteX4" fmla="*/ 176153 w 201298"/>
                  <a:gd name="connsiteY4" fmla="*/ 77166 h 202851"/>
                  <a:gd name="connsiteX5" fmla="*/ 100715 w 201298"/>
                  <a:gd name="connsiteY5" fmla="*/ 4 h 202851"/>
                  <a:gd name="connsiteX6" fmla="*/ 25146 w 201298"/>
                  <a:gd name="connsiteY6" fmla="*/ 77166 h 202851"/>
                  <a:gd name="connsiteX7" fmla="*/ 0 w 201298"/>
                  <a:gd name="connsiteY7" fmla="*/ 100576 h 202851"/>
                  <a:gd name="connsiteX8" fmla="*/ 30778 w 201298"/>
                  <a:gd name="connsiteY8" fmla="*/ 136280 h 202851"/>
                  <a:gd name="connsiteX9" fmla="*/ 70985 w 201298"/>
                  <a:gd name="connsiteY9" fmla="*/ 44732 h 202851"/>
                  <a:gd name="connsiteX10" fmla="*/ 153495 w 201298"/>
                  <a:gd name="connsiteY10" fmla="*/ 78997 h 202851"/>
                  <a:gd name="connsiteX11" fmla="*/ 70592 w 201298"/>
                  <a:gd name="connsiteY11" fmla="*/ 60164 h 202851"/>
                  <a:gd name="connsiteX12" fmla="*/ 34052 w 201298"/>
                  <a:gd name="connsiteY12" fmla="*/ 78343 h 202851"/>
                  <a:gd name="connsiteX13" fmla="*/ 70985 w 201298"/>
                  <a:gd name="connsiteY13" fmla="*/ 44209 h 202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1298" h="202851">
                    <a:moveTo>
                      <a:pt x="30778" y="136280"/>
                    </a:moveTo>
                    <a:cubicBezTo>
                      <a:pt x="47018" y="204418"/>
                      <a:pt x="100715" y="202849"/>
                      <a:pt x="100715" y="202849"/>
                    </a:cubicBezTo>
                    <a:cubicBezTo>
                      <a:pt x="100715" y="202849"/>
                      <a:pt x="154412" y="204418"/>
                      <a:pt x="170652" y="136280"/>
                    </a:cubicBezTo>
                    <a:cubicBezTo>
                      <a:pt x="188072" y="133174"/>
                      <a:pt x="200889" y="118242"/>
                      <a:pt x="201299" y="100576"/>
                    </a:cubicBezTo>
                    <a:cubicBezTo>
                      <a:pt x="201299" y="70365"/>
                      <a:pt x="176153" y="77166"/>
                      <a:pt x="176153" y="77166"/>
                    </a:cubicBezTo>
                    <a:cubicBezTo>
                      <a:pt x="176153" y="77166"/>
                      <a:pt x="181916" y="658"/>
                      <a:pt x="100715" y="4"/>
                    </a:cubicBezTo>
                    <a:cubicBezTo>
                      <a:pt x="19514" y="-650"/>
                      <a:pt x="25146" y="77166"/>
                      <a:pt x="25146" y="77166"/>
                    </a:cubicBezTo>
                    <a:cubicBezTo>
                      <a:pt x="25146" y="77166"/>
                      <a:pt x="0" y="70365"/>
                      <a:pt x="0" y="100576"/>
                    </a:cubicBezTo>
                    <a:cubicBezTo>
                      <a:pt x="472" y="118264"/>
                      <a:pt x="13332" y="133182"/>
                      <a:pt x="30778" y="136280"/>
                    </a:cubicBezTo>
                    <a:close/>
                    <a:moveTo>
                      <a:pt x="70985" y="44732"/>
                    </a:moveTo>
                    <a:cubicBezTo>
                      <a:pt x="97179" y="89198"/>
                      <a:pt x="153495" y="78997"/>
                      <a:pt x="153495" y="78997"/>
                    </a:cubicBezTo>
                    <a:cubicBezTo>
                      <a:pt x="107263" y="101753"/>
                      <a:pt x="70592" y="60164"/>
                      <a:pt x="70592" y="60164"/>
                    </a:cubicBezTo>
                    <a:cubicBezTo>
                      <a:pt x="63616" y="73462"/>
                      <a:pt x="48884" y="80791"/>
                      <a:pt x="34052" y="78343"/>
                    </a:cubicBezTo>
                    <a:cubicBezTo>
                      <a:pt x="57757" y="80043"/>
                      <a:pt x="70985" y="44209"/>
                      <a:pt x="70985" y="44209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70" name="Freeform 51"/>
              <p:cNvSpPr/>
              <p:nvPr>
                <p:custDataLst>
                  <p:tags r:id="rId23"/>
                </p:custDataLst>
              </p:nvPr>
            </p:nvSpPr>
            <p:spPr>
              <a:xfrm>
                <a:off x="1891610" y="2923221"/>
                <a:ext cx="327963" cy="241365"/>
              </a:xfrm>
              <a:custGeom>
                <a:avLst/>
                <a:gdLst>
                  <a:gd name="connsiteX0" fmla="*/ 321690 w 327963"/>
                  <a:gd name="connsiteY0" fmla="*/ 68269 h 241365"/>
                  <a:gd name="connsiteX1" fmla="*/ 286459 w 327963"/>
                  <a:gd name="connsiteY1" fmla="*/ 21579 h 241365"/>
                  <a:gd name="connsiteX2" fmla="*/ 224773 w 327963"/>
                  <a:gd name="connsiteY2" fmla="*/ 0 h 241365"/>
                  <a:gd name="connsiteX3" fmla="*/ 164135 w 327963"/>
                  <a:gd name="connsiteY3" fmla="*/ 178911 h 241365"/>
                  <a:gd name="connsiteX4" fmla="*/ 103365 w 327963"/>
                  <a:gd name="connsiteY4" fmla="*/ 0 h 241365"/>
                  <a:gd name="connsiteX5" fmla="*/ 41679 w 327963"/>
                  <a:gd name="connsiteY5" fmla="*/ 21579 h 241365"/>
                  <a:gd name="connsiteX6" fmla="*/ 6448 w 327963"/>
                  <a:gd name="connsiteY6" fmla="*/ 68269 h 241365"/>
                  <a:gd name="connsiteX7" fmla="*/ 293 w 327963"/>
                  <a:gd name="connsiteY7" fmla="*/ 162825 h 241365"/>
                  <a:gd name="connsiteX8" fmla="*/ 13390 w 327963"/>
                  <a:gd name="connsiteY8" fmla="*/ 202060 h 241365"/>
                  <a:gd name="connsiteX9" fmla="*/ 164004 w 327963"/>
                  <a:gd name="connsiteY9" fmla="*/ 241295 h 241365"/>
                  <a:gd name="connsiteX10" fmla="*/ 314618 w 327963"/>
                  <a:gd name="connsiteY10" fmla="*/ 202060 h 241365"/>
                  <a:gd name="connsiteX11" fmla="*/ 327715 w 327963"/>
                  <a:gd name="connsiteY11" fmla="*/ 162825 h 241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27963" h="241365">
                    <a:moveTo>
                      <a:pt x="321690" y="68269"/>
                    </a:moveTo>
                    <a:cubicBezTo>
                      <a:pt x="320563" y="46994"/>
                      <a:pt x="306628" y="28527"/>
                      <a:pt x="286459" y="21579"/>
                    </a:cubicBezTo>
                    <a:lnTo>
                      <a:pt x="224773" y="0"/>
                    </a:lnTo>
                    <a:lnTo>
                      <a:pt x="164135" y="178911"/>
                    </a:lnTo>
                    <a:lnTo>
                      <a:pt x="103365" y="0"/>
                    </a:lnTo>
                    <a:lnTo>
                      <a:pt x="41679" y="21579"/>
                    </a:lnTo>
                    <a:cubicBezTo>
                      <a:pt x="21510" y="28527"/>
                      <a:pt x="7575" y="46994"/>
                      <a:pt x="6448" y="68269"/>
                    </a:cubicBezTo>
                    <a:lnTo>
                      <a:pt x="293" y="162825"/>
                    </a:lnTo>
                    <a:cubicBezTo>
                      <a:pt x="-1275" y="177184"/>
                      <a:pt x="3508" y="191512"/>
                      <a:pt x="13390" y="202060"/>
                    </a:cubicBezTo>
                    <a:cubicBezTo>
                      <a:pt x="56347" y="244826"/>
                      <a:pt x="164004" y="241295"/>
                      <a:pt x="164004" y="241295"/>
                    </a:cubicBezTo>
                    <a:cubicBezTo>
                      <a:pt x="164004" y="241295"/>
                      <a:pt x="271529" y="244826"/>
                      <a:pt x="314618" y="202060"/>
                    </a:cubicBezTo>
                    <a:cubicBezTo>
                      <a:pt x="324379" y="191440"/>
                      <a:pt x="329143" y="177169"/>
                      <a:pt x="327715" y="162825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71" name="Freeform 52"/>
              <p:cNvSpPr/>
              <p:nvPr>
                <p:custDataLst>
                  <p:tags r:id="rId24"/>
                </p:custDataLst>
              </p:nvPr>
            </p:nvSpPr>
            <p:spPr>
              <a:xfrm>
                <a:off x="2035838" y="2933945"/>
                <a:ext cx="39814" cy="28249"/>
              </a:xfrm>
              <a:custGeom>
                <a:avLst/>
                <a:gdLst>
                  <a:gd name="connsiteX0" fmla="*/ 34445 w 39814"/>
                  <a:gd name="connsiteY0" fmla="*/ 0 h 28249"/>
                  <a:gd name="connsiteX1" fmla="*/ 39814 w 39814"/>
                  <a:gd name="connsiteY1" fmla="*/ 5362 h 28249"/>
                  <a:gd name="connsiteX2" fmla="*/ 39814 w 39814"/>
                  <a:gd name="connsiteY2" fmla="*/ 22887 h 28249"/>
                  <a:gd name="connsiteX3" fmla="*/ 34445 w 39814"/>
                  <a:gd name="connsiteY3" fmla="*/ 28249 h 28249"/>
                  <a:gd name="connsiteX4" fmla="*/ 5370 w 39814"/>
                  <a:gd name="connsiteY4" fmla="*/ 28249 h 28249"/>
                  <a:gd name="connsiteX5" fmla="*/ 0 w 39814"/>
                  <a:gd name="connsiteY5" fmla="*/ 22887 h 28249"/>
                  <a:gd name="connsiteX6" fmla="*/ 0 w 39814"/>
                  <a:gd name="connsiteY6" fmla="*/ 5362 h 28249"/>
                  <a:gd name="connsiteX7" fmla="*/ 5370 w 39814"/>
                  <a:gd name="connsiteY7" fmla="*/ 0 h 28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9814" h="28249">
                    <a:moveTo>
                      <a:pt x="34445" y="0"/>
                    </a:moveTo>
                    <a:cubicBezTo>
                      <a:pt x="37410" y="0"/>
                      <a:pt x="39814" y="2401"/>
                      <a:pt x="39814" y="5362"/>
                    </a:cubicBezTo>
                    <a:lnTo>
                      <a:pt x="39814" y="22887"/>
                    </a:lnTo>
                    <a:cubicBezTo>
                      <a:pt x="39814" y="25848"/>
                      <a:pt x="37410" y="28249"/>
                      <a:pt x="34445" y="28249"/>
                    </a:cubicBezTo>
                    <a:lnTo>
                      <a:pt x="5370" y="28249"/>
                    </a:lnTo>
                    <a:cubicBezTo>
                      <a:pt x="2404" y="28249"/>
                      <a:pt x="0" y="25848"/>
                      <a:pt x="0" y="22887"/>
                    </a:cubicBezTo>
                    <a:lnTo>
                      <a:pt x="0" y="5362"/>
                    </a:lnTo>
                    <a:cubicBezTo>
                      <a:pt x="0" y="2401"/>
                      <a:pt x="2404" y="0"/>
                      <a:pt x="5370" y="0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</p:grpSp>
        <p:sp>
          <p:nvSpPr>
            <p:cNvPr id="26" name="Freeform 53"/>
            <p:cNvSpPr/>
            <p:nvPr>
              <p:custDataLst>
                <p:tags r:id="rId25"/>
              </p:custDataLst>
            </p:nvPr>
          </p:nvSpPr>
          <p:spPr>
            <a:xfrm>
              <a:off x="9887748" y="4873174"/>
              <a:ext cx="491804" cy="491145"/>
            </a:xfrm>
            <a:custGeom>
              <a:avLst/>
              <a:gdLst>
                <a:gd name="connsiteX0" fmla="*/ 438357 w 491804"/>
                <a:gd name="connsiteY0" fmla="*/ 91921 h 491145"/>
                <a:gd name="connsiteX1" fmla="*/ 425260 w 491804"/>
                <a:gd name="connsiteY1" fmla="*/ 77535 h 491145"/>
                <a:gd name="connsiteX2" fmla="*/ 79285 w 491804"/>
                <a:gd name="connsiteY2" fmla="*/ 65850 h 491145"/>
                <a:gd name="connsiteX3" fmla="*/ 67584 w 491804"/>
                <a:gd name="connsiteY3" fmla="*/ 77535 h 491145"/>
                <a:gd name="connsiteX4" fmla="*/ 54487 w 491804"/>
                <a:gd name="connsiteY4" fmla="*/ 91921 h 491145"/>
                <a:gd name="connsiteX5" fmla="*/ 62607 w 491804"/>
                <a:gd name="connsiteY5" fmla="*/ 408547 h 491145"/>
                <a:gd name="connsiteX6" fmla="*/ 75704 w 491804"/>
                <a:gd name="connsiteY6" fmla="*/ 422279 h 491145"/>
                <a:gd name="connsiteX7" fmla="*/ 416223 w 491804"/>
                <a:gd name="connsiteY7" fmla="*/ 422279 h 491145"/>
                <a:gd name="connsiteX8" fmla="*/ 429320 w 491804"/>
                <a:gd name="connsiteY8" fmla="*/ 408547 h 491145"/>
                <a:gd name="connsiteX9" fmla="*/ 437440 w 491804"/>
                <a:gd name="connsiteY9" fmla="*/ 91921 h 491145"/>
                <a:gd name="connsiteX10" fmla="*/ 473194 w 491804"/>
                <a:gd name="connsiteY10" fmla="*/ 235782 h 491145"/>
                <a:gd name="connsiteX11" fmla="*/ 378373 w 491804"/>
                <a:gd name="connsiteY11" fmla="*/ 235782 h 491145"/>
                <a:gd name="connsiteX12" fmla="*/ 362002 w 491804"/>
                <a:gd name="connsiteY12" fmla="*/ 145804 h 491145"/>
                <a:gd name="connsiteX13" fmla="*/ 424605 w 491804"/>
                <a:gd name="connsiteY13" fmla="*/ 104999 h 491145"/>
                <a:gd name="connsiteX14" fmla="*/ 473195 w 491804"/>
                <a:gd name="connsiteY14" fmla="*/ 236044 h 491145"/>
                <a:gd name="connsiteX15" fmla="*/ 412163 w 491804"/>
                <a:gd name="connsiteY15" fmla="*/ 90613 h 491145"/>
                <a:gd name="connsiteX16" fmla="*/ 354667 w 491804"/>
                <a:gd name="connsiteY16" fmla="*/ 128279 h 491145"/>
                <a:gd name="connsiteX17" fmla="*/ 275431 w 491804"/>
                <a:gd name="connsiteY17" fmla="*/ 20775 h 491145"/>
                <a:gd name="connsiteX18" fmla="*/ 412163 w 491804"/>
                <a:gd name="connsiteY18" fmla="*/ 90875 h 491145"/>
                <a:gd name="connsiteX19" fmla="*/ 256310 w 491804"/>
                <a:gd name="connsiteY19" fmla="*/ 29538 h 491145"/>
                <a:gd name="connsiteX20" fmla="*/ 336725 w 491804"/>
                <a:gd name="connsiteY20" fmla="*/ 135603 h 491145"/>
                <a:gd name="connsiteX21" fmla="*/ 256310 w 491804"/>
                <a:gd name="connsiteY21" fmla="*/ 151035 h 491145"/>
                <a:gd name="connsiteX22" fmla="*/ 256310 w 491804"/>
                <a:gd name="connsiteY22" fmla="*/ 169999 h 491145"/>
                <a:gd name="connsiteX23" fmla="*/ 344059 w 491804"/>
                <a:gd name="connsiteY23" fmla="*/ 153258 h 491145"/>
                <a:gd name="connsiteX24" fmla="*/ 359251 w 491804"/>
                <a:gd name="connsiteY24" fmla="*/ 235782 h 491145"/>
                <a:gd name="connsiteX25" fmla="*/ 256310 w 491804"/>
                <a:gd name="connsiteY25" fmla="*/ 235782 h 491145"/>
                <a:gd name="connsiteX26" fmla="*/ 256310 w 491804"/>
                <a:gd name="connsiteY26" fmla="*/ 254877 h 491145"/>
                <a:gd name="connsiteX27" fmla="*/ 358204 w 491804"/>
                <a:gd name="connsiteY27" fmla="*/ 254877 h 491145"/>
                <a:gd name="connsiteX28" fmla="*/ 332010 w 491804"/>
                <a:gd name="connsiteY28" fmla="*/ 350871 h 491145"/>
                <a:gd name="connsiteX29" fmla="*/ 255917 w 491804"/>
                <a:gd name="connsiteY29" fmla="*/ 337793 h 491145"/>
                <a:gd name="connsiteX30" fmla="*/ 237319 w 491804"/>
                <a:gd name="connsiteY30" fmla="*/ 29538 h 491145"/>
                <a:gd name="connsiteX31" fmla="*/ 237319 w 491804"/>
                <a:gd name="connsiteY31" fmla="*/ 151035 h 491145"/>
                <a:gd name="connsiteX32" fmla="*/ 156904 w 491804"/>
                <a:gd name="connsiteY32" fmla="*/ 135603 h 491145"/>
                <a:gd name="connsiteX33" fmla="*/ 237319 w 491804"/>
                <a:gd name="connsiteY33" fmla="*/ 29799 h 491145"/>
                <a:gd name="connsiteX34" fmla="*/ 160572 w 491804"/>
                <a:gd name="connsiteY34" fmla="*/ 351133 h 491145"/>
                <a:gd name="connsiteX35" fmla="*/ 134378 w 491804"/>
                <a:gd name="connsiteY35" fmla="*/ 255138 h 491145"/>
                <a:gd name="connsiteX36" fmla="*/ 236272 w 491804"/>
                <a:gd name="connsiteY36" fmla="*/ 255138 h 491145"/>
                <a:gd name="connsiteX37" fmla="*/ 236272 w 491804"/>
                <a:gd name="connsiteY37" fmla="*/ 338186 h 491145"/>
                <a:gd name="connsiteX38" fmla="*/ 160572 w 491804"/>
                <a:gd name="connsiteY38" fmla="*/ 351133 h 491145"/>
                <a:gd name="connsiteX39" fmla="*/ 236795 w 491804"/>
                <a:gd name="connsiteY39" fmla="*/ 357149 h 491145"/>
                <a:gd name="connsiteX40" fmla="*/ 236795 w 491804"/>
                <a:gd name="connsiteY40" fmla="*/ 459814 h 491145"/>
                <a:gd name="connsiteX41" fmla="*/ 169085 w 491804"/>
                <a:gd name="connsiteY41" fmla="*/ 368265 h 491145"/>
                <a:gd name="connsiteX42" fmla="*/ 237320 w 491804"/>
                <a:gd name="connsiteY42" fmla="*/ 357149 h 491145"/>
                <a:gd name="connsiteX43" fmla="*/ 134378 w 491804"/>
                <a:gd name="connsiteY43" fmla="*/ 236044 h 491145"/>
                <a:gd name="connsiteX44" fmla="*/ 149570 w 491804"/>
                <a:gd name="connsiteY44" fmla="*/ 153520 h 491145"/>
                <a:gd name="connsiteX45" fmla="*/ 237319 w 491804"/>
                <a:gd name="connsiteY45" fmla="*/ 170260 h 491145"/>
                <a:gd name="connsiteX46" fmla="*/ 237319 w 491804"/>
                <a:gd name="connsiteY46" fmla="*/ 235652 h 491145"/>
                <a:gd name="connsiteX47" fmla="*/ 218198 w 491804"/>
                <a:gd name="connsiteY47" fmla="*/ 21037 h 491145"/>
                <a:gd name="connsiteX48" fmla="*/ 138831 w 491804"/>
                <a:gd name="connsiteY48" fmla="*/ 128540 h 491145"/>
                <a:gd name="connsiteX49" fmla="*/ 81467 w 491804"/>
                <a:gd name="connsiteY49" fmla="*/ 90875 h 491145"/>
                <a:gd name="connsiteX50" fmla="*/ 218198 w 491804"/>
                <a:gd name="connsiteY50" fmla="*/ 21037 h 491145"/>
                <a:gd name="connsiteX51" fmla="*/ 68893 w 491804"/>
                <a:gd name="connsiteY51" fmla="*/ 105261 h 491145"/>
                <a:gd name="connsiteX52" fmla="*/ 131366 w 491804"/>
                <a:gd name="connsiteY52" fmla="*/ 146065 h 491145"/>
                <a:gd name="connsiteX53" fmla="*/ 115126 w 491804"/>
                <a:gd name="connsiteY53" fmla="*/ 236044 h 491145"/>
                <a:gd name="connsiteX54" fmla="*/ 20435 w 491804"/>
                <a:gd name="connsiteY54" fmla="*/ 236044 h 491145"/>
                <a:gd name="connsiteX55" fmla="*/ 68893 w 491804"/>
                <a:gd name="connsiteY55" fmla="*/ 105261 h 491145"/>
                <a:gd name="connsiteX56" fmla="*/ 20304 w 491804"/>
                <a:gd name="connsiteY56" fmla="*/ 255138 h 491145"/>
                <a:gd name="connsiteX57" fmla="*/ 116173 w 491804"/>
                <a:gd name="connsiteY57" fmla="*/ 255138 h 491145"/>
                <a:gd name="connsiteX58" fmla="*/ 142367 w 491804"/>
                <a:gd name="connsiteY58" fmla="*/ 357672 h 491145"/>
                <a:gd name="connsiteX59" fmla="*/ 76882 w 491804"/>
                <a:gd name="connsiteY59" fmla="*/ 395861 h 491145"/>
                <a:gd name="connsiteX60" fmla="*/ 20435 w 491804"/>
                <a:gd name="connsiteY60" fmla="*/ 255138 h 491145"/>
                <a:gd name="connsiteX61" fmla="*/ 90634 w 491804"/>
                <a:gd name="connsiteY61" fmla="*/ 409593 h 491145"/>
                <a:gd name="connsiteX62" fmla="*/ 151010 w 491804"/>
                <a:gd name="connsiteY62" fmla="*/ 374936 h 491145"/>
                <a:gd name="connsiteX63" fmla="*/ 220555 w 491804"/>
                <a:gd name="connsiteY63" fmla="*/ 470407 h 491145"/>
                <a:gd name="connsiteX64" fmla="*/ 90765 w 491804"/>
                <a:gd name="connsiteY64" fmla="*/ 409593 h 491145"/>
                <a:gd name="connsiteX65" fmla="*/ 256179 w 491804"/>
                <a:gd name="connsiteY65" fmla="*/ 357280 h 491145"/>
                <a:gd name="connsiteX66" fmla="*/ 323758 w 491804"/>
                <a:gd name="connsiteY66" fmla="*/ 368527 h 491145"/>
                <a:gd name="connsiteX67" fmla="*/ 256179 w 491804"/>
                <a:gd name="connsiteY67" fmla="*/ 460075 h 491145"/>
                <a:gd name="connsiteX68" fmla="*/ 272812 w 491804"/>
                <a:gd name="connsiteY68" fmla="*/ 470538 h 491145"/>
                <a:gd name="connsiteX69" fmla="*/ 342356 w 491804"/>
                <a:gd name="connsiteY69" fmla="*/ 375066 h 491145"/>
                <a:gd name="connsiteX70" fmla="*/ 402602 w 491804"/>
                <a:gd name="connsiteY70" fmla="*/ 409724 h 491145"/>
                <a:gd name="connsiteX71" fmla="*/ 272942 w 491804"/>
                <a:gd name="connsiteY71" fmla="*/ 470407 h 491145"/>
                <a:gd name="connsiteX72" fmla="*/ 415961 w 491804"/>
                <a:gd name="connsiteY72" fmla="*/ 395992 h 491145"/>
                <a:gd name="connsiteX73" fmla="*/ 350476 w 491804"/>
                <a:gd name="connsiteY73" fmla="*/ 357803 h 491145"/>
                <a:gd name="connsiteX74" fmla="*/ 376670 w 491804"/>
                <a:gd name="connsiteY74" fmla="*/ 255269 h 491145"/>
                <a:gd name="connsiteX75" fmla="*/ 472539 w 491804"/>
                <a:gd name="connsiteY75" fmla="*/ 255269 h 491145"/>
                <a:gd name="connsiteX76" fmla="*/ 416092 w 491804"/>
                <a:gd name="connsiteY76" fmla="*/ 395338 h 49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491804" h="491145">
                  <a:moveTo>
                    <a:pt x="438357" y="91921"/>
                  </a:moveTo>
                  <a:cubicBezTo>
                    <a:pt x="434297" y="86951"/>
                    <a:pt x="430105" y="82112"/>
                    <a:pt x="425260" y="77535"/>
                  </a:cubicBezTo>
                  <a:cubicBezTo>
                    <a:pt x="332952" y="-21094"/>
                    <a:pt x="178055" y="-26326"/>
                    <a:pt x="79285" y="65850"/>
                  </a:cubicBezTo>
                  <a:cubicBezTo>
                    <a:pt x="75254" y="69612"/>
                    <a:pt x="71351" y="73509"/>
                    <a:pt x="67584" y="77535"/>
                  </a:cubicBezTo>
                  <a:cubicBezTo>
                    <a:pt x="62973" y="82102"/>
                    <a:pt x="58602" y="86904"/>
                    <a:pt x="54487" y="91921"/>
                  </a:cubicBezTo>
                  <a:cubicBezTo>
                    <a:pt x="-21130" y="185102"/>
                    <a:pt x="-17687" y="319353"/>
                    <a:pt x="62607" y="408547"/>
                  </a:cubicBezTo>
                  <a:cubicBezTo>
                    <a:pt x="66798" y="413255"/>
                    <a:pt x="71120" y="417832"/>
                    <a:pt x="75704" y="422279"/>
                  </a:cubicBezTo>
                  <a:cubicBezTo>
                    <a:pt x="170587" y="514101"/>
                    <a:pt x="321340" y="514101"/>
                    <a:pt x="416223" y="422279"/>
                  </a:cubicBezTo>
                  <a:cubicBezTo>
                    <a:pt x="420806" y="417832"/>
                    <a:pt x="425129" y="413255"/>
                    <a:pt x="429320" y="408547"/>
                  </a:cubicBezTo>
                  <a:cubicBezTo>
                    <a:pt x="509452" y="319288"/>
                    <a:pt x="512891" y="185159"/>
                    <a:pt x="437440" y="91921"/>
                  </a:cubicBezTo>
                  <a:close/>
                  <a:moveTo>
                    <a:pt x="473194" y="235782"/>
                  </a:moveTo>
                  <a:lnTo>
                    <a:pt x="378373" y="235782"/>
                  </a:lnTo>
                  <a:cubicBezTo>
                    <a:pt x="378583" y="205032"/>
                    <a:pt x="373030" y="174515"/>
                    <a:pt x="362002" y="145804"/>
                  </a:cubicBezTo>
                  <a:cubicBezTo>
                    <a:pt x="384793" y="135402"/>
                    <a:pt x="405896" y="121647"/>
                    <a:pt x="424605" y="104999"/>
                  </a:cubicBezTo>
                  <a:cubicBezTo>
                    <a:pt x="454322" y="142422"/>
                    <a:pt x="471340" y="188319"/>
                    <a:pt x="473195" y="236044"/>
                  </a:cubicBezTo>
                  <a:close/>
                  <a:moveTo>
                    <a:pt x="412163" y="90613"/>
                  </a:moveTo>
                  <a:cubicBezTo>
                    <a:pt x="395030" y="106018"/>
                    <a:pt x="375641" y="118720"/>
                    <a:pt x="354667" y="128279"/>
                  </a:cubicBezTo>
                  <a:cubicBezTo>
                    <a:pt x="335492" y="87649"/>
                    <a:pt x="308580" y="51135"/>
                    <a:pt x="275431" y="20775"/>
                  </a:cubicBezTo>
                  <a:cubicBezTo>
                    <a:pt x="327796" y="27520"/>
                    <a:pt x="376157" y="52314"/>
                    <a:pt x="412163" y="90875"/>
                  </a:cubicBezTo>
                  <a:close/>
                  <a:moveTo>
                    <a:pt x="256310" y="29538"/>
                  </a:moveTo>
                  <a:cubicBezTo>
                    <a:pt x="289895" y="59216"/>
                    <a:pt x="317231" y="95271"/>
                    <a:pt x="336725" y="135603"/>
                  </a:cubicBezTo>
                  <a:cubicBezTo>
                    <a:pt x="310903" y="144952"/>
                    <a:pt x="283762" y="150161"/>
                    <a:pt x="256310" y="151035"/>
                  </a:cubicBezTo>
                  <a:close/>
                  <a:moveTo>
                    <a:pt x="256310" y="169999"/>
                  </a:moveTo>
                  <a:cubicBezTo>
                    <a:pt x="286264" y="169108"/>
                    <a:pt x="315885" y="163457"/>
                    <a:pt x="344059" y="153258"/>
                  </a:cubicBezTo>
                  <a:cubicBezTo>
                    <a:pt x="354237" y="179578"/>
                    <a:pt x="359390" y="207569"/>
                    <a:pt x="359251" y="235782"/>
                  </a:cubicBezTo>
                  <a:lnTo>
                    <a:pt x="256310" y="235782"/>
                  </a:lnTo>
                  <a:close/>
                  <a:moveTo>
                    <a:pt x="256310" y="254877"/>
                  </a:moveTo>
                  <a:lnTo>
                    <a:pt x="358204" y="254877"/>
                  </a:lnTo>
                  <a:cubicBezTo>
                    <a:pt x="355049" y="288138"/>
                    <a:pt x="346188" y="320609"/>
                    <a:pt x="332010" y="350871"/>
                  </a:cubicBezTo>
                  <a:cubicBezTo>
                    <a:pt x="307381" y="342989"/>
                    <a:pt x="281768" y="338587"/>
                    <a:pt x="255917" y="337793"/>
                  </a:cubicBezTo>
                  <a:close/>
                  <a:moveTo>
                    <a:pt x="237319" y="29538"/>
                  </a:moveTo>
                  <a:lnTo>
                    <a:pt x="237319" y="151035"/>
                  </a:lnTo>
                  <a:cubicBezTo>
                    <a:pt x="209866" y="150161"/>
                    <a:pt x="182725" y="144952"/>
                    <a:pt x="156904" y="135603"/>
                  </a:cubicBezTo>
                  <a:cubicBezTo>
                    <a:pt x="176427" y="95365"/>
                    <a:pt x="203762" y="59401"/>
                    <a:pt x="237319" y="29799"/>
                  </a:cubicBezTo>
                  <a:close/>
                  <a:moveTo>
                    <a:pt x="160572" y="351133"/>
                  </a:moveTo>
                  <a:cubicBezTo>
                    <a:pt x="146376" y="320877"/>
                    <a:pt x="137515" y="288403"/>
                    <a:pt x="134378" y="255138"/>
                  </a:cubicBezTo>
                  <a:lnTo>
                    <a:pt x="236272" y="255138"/>
                  </a:lnTo>
                  <a:lnTo>
                    <a:pt x="236272" y="338186"/>
                  </a:lnTo>
                  <a:cubicBezTo>
                    <a:pt x="210562" y="338996"/>
                    <a:pt x="185087" y="343353"/>
                    <a:pt x="160572" y="351133"/>
                  </a:cubicBezTo>
                  <a:close/>
                  <a:moveTo>
                    <a:pt x="236795" y="357149"/>
                  </a:moveTo>
                  <a:lnTo>
                    <a:pt x="236795" y="459814"/>
                  </a:lnTo>
                  <a:cubicBezTo>
                    <a:pt x="209804" y="432819"/>
                    <a:pt x="186984" y="401966"/>
                    <a:pt x="169085" y="368265"/>
                  </a:cubicBezTo>
                  <a:cubicBezTo>
                    <a:pt x="191244" y="361594"/>
                    <a:pt x="214185" y="357856"/>
                    <a:pt x="237320" y="357149"/>
                  </a:cubicBezTo>
                  <a:close/>
                  <a:moveTo>
                    <a:pt x="134378" y="236044"/>
                  </a:moveTo>
                  <a:cubicBezTo>
                    <a:pt x="134239" y="207830"/>
                    <a:pt x="139391" y="179840"/>
                    <a:pt x="149570" y="153520"/>
                  </a:cubicBezTo>
                  <a:cubicBezTo>
                    <a:pt x="177740" y="163730"/>
                    <a:pt x="207363" y="169381"/>
                    <a:pt x="237319" y="170260"/>
                  </a:cubicBezTo>
                  <a:lnTo>
                    <a:pt x="237319" y="235652"/>
                  </a:lnTo>
                  <a:close/>
                  <a:moveTo>
                    <a:pt x="218198" y="21037"/>
                  </a:moveTo>
                  <a:cubicBezTo>
                    <a:pt x="185045" y="51423"/>
                    <a:pt x="158094" y="87928"/>
                    <a:pt x="138831" y="128540"/>
                  </a:cubicBezTo>
                  <a:cubicBezTo>
                    <a:pt x="117916" y="118948"/>
                    <a:pt x="98575" y="106249"/>
                    <a:pt x="81467" y="90875"/>
                  </a:cubicBezTo>
                  <a:cubicBezTo>
                    <a:pt x="117492" y="52384"/>
                    <a:pt x="165859" y="27679"/>
                    <a:pt x="218198" y="21037"/>
                  </a:cubicBezTo>
                  <a:close/>
                  <a:moveTo>
                    <a:pt x="68893" y="105261"/>
                  </a:moveTo>
                  <a:cubicBezTo>
                    <a:pt x="87556" y="121908"/>
                    <a:pt x="108614" y="135662"/>
                    <a:pt x="131366" y="146065"/>
                  </a:cubicBezTo>
                  <a:cubicBezTo>
                    <a:pt x="120443" y="174802"/>
                    <a:pt x="114937" y="205308"/>
                    <a:pt x="115126" y="236044"/>
                  </a:cubicBezTo>
                  <a:lnTo>
                    <a:pt x="20435" y="236044"/>
                  </a:lnTo>
                  <a:cubicBezTo>
                    <a:pt x="22307" y="188424"/>
                    <a:pt x="39275" y="142629"/>
                    <a:pt x="68893" y="105261"/>
                  </a:cubicBezTo>
                  <a:close/>
                  <a:moveTo>
                    <a:pt x="20304" y="255138"/>
                  </a:moveTo>
                  <a:lnTo>
                    <a:pt x="116173" y="255138"/>
                  </a:lnTo>
                  <a:cubicBezTo>
                    <a:pt x="118926" y="290568"/>
                    <a:pt x="127787" y="325256"/>
                    <a:pt x="142367" y="357672"/>
                  </a:cubicBezTo>
                  <a:cubicBezTo>
                    <a:pt x="118750" y="367062"/>
                    <a:pt x="96677" y="379935"/>
                    <a:pt x="76882" y="395861"/>
                  </a:cubicBezTo>
                  <a:cubicBezTo>
                    <a:pt x="42357" y="356870"/>
                    <a:pt x="22412" y="307148"/>
                    <a:pt x="20435" y="255138"/>
                  </a:cubicBezTo>
                  <a:close/>
                  <a:moveTo>
                    <a:pt x="90634" y="409593"/>
                  </a:moveTo>
                  <a:cubicBezTo>
                    <a:pt x="108917" y="395100"/>
                    <a:pt x="129267" y="383418"/>
                    <a:pt x="151010" y="374936"/>
                  </a:cubicBezTo>
                  <a:cubicBezTo>
                    <a:pt x="169301" y="410040"/>
                    <a:pt x="192741" y="442219"/>
                    <a:pt x="220555" y="470407"/>
                  </a:cubicBezTo>
                  <a:cubicBezTo>
                    <a:pt x="171835" y="464717"/>
                    <a:pt x="126285" y="443374"/>
                    <a:pt x="90765" y="409593"/>
                  </a:cubicBezTo>
                  <a:close/>
                  <a:moveTo>
                    <a:pt x="256179" y="357280"/>
                  </a:moveTo>
                  <a:cubicBezTo>
                    <a:pt x="279100" y="358075"/>
                    <a:pt x="301819" y="361856"/>
                    <a:pt x="323758" y="368527"/>
                  </a:cubicBezTo>
                  <a:cubicBezTo>
                    <a:pt x="305906" y="402223"/>
                    <a:pt x="283129" y="433077"/>
                    <a:pt x="256179" y="460075"/>
                  </a:cubicBezTo>
                  <a:close/>
                  <a:moveTo>
                    <a:pt x="272812" y="470538"/>
                  </a:moveTo>
                  <a:cubicBezTo>
                    <a:pt x="300625" y="442350"/>
                    <a:pt x="324065" y="410171"/>
                    <a:pt x="342356" y="375066"/>
                  </a:cubicBezTo>
                  <a:cubicBezTo>
                    <a:pt x="364072" y="383521"/>
                    <a:pt x="384383" y="395206"/>
                    <a:pt x="402602" y="409724"/>
                  </a:cubicBezTo>
                  <a:cubicBezTo>
                    <a:pt x="367126" y="443471"/>
                    <a:pt x="321613" y="464772"/>
                    <a:pt x="272942" y="470407"/>
                  </a:cubicBezTo>
                  <a:close/>
                  <a:moveTo>
                    <a:pt x="415961" y="395992"/>
                  </a:moveTo>
                  <a:cubicBezTo>
                    <a:pt x="396147" y="380093"/>
                    <a:pt x="374078" y="367223"/>
                    <a:pt x="350476" y="357803"/>
                  </a:cubicBezTo>
                  <a:cubicBezTo>
                    <a:pt x="365056" y="325386"/>
                    <a:pt x="373917" y="290698"/>
                    <a:pt x="376670" y="255269"/>
                  </a:cubicBezTo>
                  <a:lnTo>
                    <a:pt x="472539" y="255269"/>
                  </a:lnTo>
                  <a:cubicBezTo>
                    <a:pt x="470414" y="307051"/>
                    <a:pt x="450477" y="356519"/>
                    <a:pt x="416092" y="395338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 w="13097" cap="flat">
              <a:noFill/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grpSp>
          <p:nvGrpSpPr>
            <p:cNvPr id="27" name="Group 9"/>
            <p:cNvGrpSpPr/>
            <p:nvPr/>
          </p:nvGrpSpPr>
          <p:grpSpPr>
            <a:xfrm>
              <a:off x="3416577" y="4867792"/>
              <a:ext cx="502658" cy="501945"/>
              <a:chOff x="3420832" y="4307035"/>
              <a:chExt cx="502658" cy="501945"/>
            </a:xfrm>
            <a:solidFill>
              <a:schemeClr val="accent1">
                <a:alpha val="70000"/>
              </a:schemeClr>
            </a:solidFill>
            <a:effectLst/>
          </p:grpSpPr>
          <p:sp>
            <p:nvSpPr>
              <p:cNvPr id="54" name="Freeform 54"/>
              <p:cNvSpPr/>
              <p:nvPr>
                <p:custDataLst>
                  <p:tags r:id="rId26"/>
                </p:custDataLst>
              </p:nvPr>
            </p:nvSpPr>
            <p:spPr>
              <a:xfrm>
                <a:off x="3420832" y="4307035"/>
                <a:ext cx="502658" cy="501945"/>
              </a:xfrm>
              <a:custGeom>
                <a:avLst/>
                <a:gdLst>
                  <a:gd name="connsiteX0" fmla="*/ 251329 w 502658"/>
                  <a:gd name="connsiteY0" fmla="*/ 0 h 501945"/>
                  <a:gd name="connsiteX1" fmla="*/ 0 w 502658"/>
                  <a:gd name="connsiteY1" fmla="*/ 250973 h 501945"/>
                  <a:gd name="connsiteX2" fmla="*/ 251329 w 502658"/>
                  <a:gd name="connsiteY2" fmla="*/ 501945 h 501945"/>
                  <a:gd name="connsiteX3" fmla="*/ 502658 w 502658"/>
                  <a:gd name="connsiteY3" fmla="*/ 250973 h 501945"/>
                  <a:gd name="connsiteX4" fmla="*/ 251329 w 502658"/>
                  <a:gd name="connsiteY4" fmla="*/ 0 h 501945"/>
                  <a:gd name="connsiteX5" fmla="*/ 251329 w 502658"/>
                  <a:gd name="connsiteY5" fmla="*/ 469642 h 501945"/>
                  <a:gd name="connsiteX6" fmla="*/ 32088 w 502658"/>
                  <a:gd name="connsiteY6" fmla="*/ 250973 h 501945"/>
                  <a:gd name="connsiteX7" fmla="*/ 251067 w 502658"/>
                  <a:gd name="connsiteY7" fmla="*/ 32042 h 501945"/>
                  <a:gd name="connsiteX8" fmla="*/ 470309 w 502658"/>
                  <a:gd name="connsiteY8" fmla="*/ 250711 h 501945"/>
                  <a:gd name="connsiteX9" fmla="*/ 470309 w 502658"/>
                  <a:gd name="connsiteY9" fmla="*/ 250973 h 501945"/>
                  <a:gd name="connsiteX10" fmla="*/ 251329 w 502658"/>
                  <a:gd name="connsiteY10" fmla="*/ 469642 h 501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02658" h="501945">
                    <a:moveTo>
                      <a:pt x="251329" y="0"/>
                    </a:moveTo>
                    <a:cubicBezTo>
                      <a:pt x="112524" y="0"/>
                      <a:pt x="0" y="112364"/>
                      <a:pt x="0" y="250973"/>
                    </a:cubicBezTo>
                    <a:cubicBezTo>
                      <a:pt x="0" y="389581"/>
                      <a:pt x="112524" y="501945"/>
                      <a:pt x="251329" y="501945"/>
                    </a:cubicBezTo>
                    <a:cubicBezTo>
                      <a:pt x="390134" y="501945"/>
                      <a:pt x="502658" y="389581"/>
                      <a:pt x="502658" y="250973"/>
                    </a:cubicBezTo>
                    <a:cubicBezTo>
                      <a:pt x="502514" y="112424"/>
                      <a:pt x="390074" y="144"/>
                      <a:pt x="251329" y="0"/>
                    </a:cubicBezTo>
                    <a:close/>
                    <a:moveTo>
                      <a:pt x="251329" y="469642"/>
                    </a:moveTo>
                    <a:cubicBezTo>
                      <a:pt x="130318" y="469714"/>
                      <a:pt x="32160" y="371813"/>
                      <a:pt x="32088" y="250973"/>
                    </a:cubicBezTo>
                    <a:cubicBezTo>
                      <a:pt x="32015" y="130133"/>
                      <a:pt x="130056" y="32114"/>
                      <a:pt x="251067" y="32042"/>
                    </a:cubicBezTo>
                    <a:cubicBezTo>
                      <a:pt x="372079" y="31970"/>
                      <a:pt x="470237" y="129871"/>
                      <a:pt x="470309" y="250711"/>
                    </a:cubicBezTo>
                    <a:cubicBezTo>
                      <a:pt x="470309" y="250798"/>
                      <a:pt x="470309" y="250886"/>
                      <a:pt x="470309" y="250973"/>
                    </a:cubicBezTo>
                    <a:cubicBezTo>
                      <a:pt x="470165" y="371680"/>
                      <a:pt x="372208" y="469498"/>
                      <a:pt x="251329" y="469642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55" name="Freeform 55"/>
              <p:cNvSpPr/>
              <p:nvPr>
                <p:custDataLst>
                  <p:tags r:id="rId27"/>
                </p:custDataLst>
              </p:nvPr>
            </p:nvSpPr>
            <p:spPr>
              <a:xfrm>
                <a:off x="3604643" y="4438472"/>
                <a:ext cx="100478" cy="225296"/>
              </a:xfrm>
              <a:custGeom>
                <a:avLst/>
                <a:gdLst>
                  <a:gd name="connsiteX0" fmla="*/ 83235 w 100478"/>
                  <a:gd name="connsiteY0" fmla="*/ 90502 h 225296"/>
                  <a:gd name="connsiteX1" fmla="*/ 83235 w 100478"/>
                  <a:gd name="connsiteY1" fmla="*/ 4185 h 225296"/>
                  <a:gd name="connsiteX2" fmla="*/ 79308 w 100478"/>
                  <a:gd name="connsiteY2" fmla="*/ 2 h 225296"/>
                  <a:gd name="connsiteX3" fmla="*/ 79175 w 100478"/>
                  <a:gd name="connsiteY3" fmla="*/ 0 h 225296"/>
                  <a:gd name="connsiteX4" fmla="*/ 55339 w 100478"/>
                  <a:gd name="connsiteY4" fmla="*/ 0 h 225296"/>
                  <a:gd name="connsiteX5" fmla="*/ 51277 w 100478"/>
                  <a:gd name="connsiteY5" fmla="*/ 4052 h 225296"/>
                  <a:gd name="connsiteX6" fmla="*/ 51279 w 100478"/>
                  <a:gd name="connsiteY6" fmla="*/ 4185 h 225296"/>
                  <a:gd name="connsiteX7" fmla="*/ 51279 w 100478"/>
                  <a:gd name="connsiteY7" fmla="*/ 90240 h 225296"/>
                  <a:gd name="connsiteX8" fmla="*/ 51279 w 100478"/>
                  <a:gd name="connsiteY8" fmla="*/ 90240 h 225296"/>
                  <a:gd name="connsiteX9" fmla="*/ 37461 w 100478"/>
                  <a:gd name="connsiteY9" fmla="*/ 134372 h 225296"/>
                  <a:gd name="connsiteX10" fmla="*/ 42897 w 100478"/>
                  <a:gd name="connsiteY10" fmla="*/ 141900 h 225296"/>
                  <a:gd name="connsiteX11" fmla="*/ 594 w 100478"/>
                  <a:gd name="connsiteY11" fmla="*/ 213961 h 225296"/>
                  <a:gd name="connsiteX12" fmla="*/ 1947 w 100478"/>
                  <a:gd name="connsiteY12" fmla="*/ 219533 h 225296"/>
                  <a:gd name="connsiteX13" fmla="*/ 2035 w 100478"/>
                  <a:gd name="connsiteY13" fmla="*/ 219585 h 225296"/>
                  <a:gd name="connsiteX14" fmla="*/ 10678 w 100478"/>
                  <a:gd name="connsiteY14" fmla="*/ 224816 h 225296"/>
                  <a:gd name="connsiteX15" fmla="*/ 16441 w 100478"/>
                  <a:gd name="connsiteY15" fmla="*/ 223247 h 225296"/>
                  <a:gd name="connsiteX16" fmla="*/ 59268 w 100478"/>
                  <a:gd name="connsiteY16" fmla="*/ 151578 h 225296"/>
                  <a:gd name="connsiteX17" fmla="*/ 67519 w 100478"/>
                  <a:gd name="connsiteY17" fmla="*/ 152755 h 225296"/>
                  <a:gd name="connsiteX18" fmla="*/ 100478 w 100478"/>
                  <a:gd name="connsiteY18" fmla="*/ 119492 h 225296"/>
                  <a:gd name="connsiteX19" fmla="*/ 83235 w 100478"/>
                  <a:gd name="connsiteY19" fmla="*/ 90633 h 225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00478" h="225296">
                    <a:moveTo>
                      <a:pt x="83235" y="90502"/>
                    </a:moveTo>
                    <a:lnTo>
                      <a:pt x="83235" y="4185"/>
                    </a:lnTo>
                    <a:cubicBezTo>
                      <a:pt x="83308" y="1947"/>
                      <a:pt x="81549" y="74"/>
                      <a:pt x="79308" y="2"/>
                    </a:cubicBezTo>
                    <a:cubicBezTo>
                      <a:pt x="79264" y="1"/>
                      <a:pt x="79220" y="0"/>
                      <a:pt x="79175" y="0"/>
                    </a:cubicBezTo>
                    <a:lnTo>
                      <a:pt x="55339" y="0"/>
                    </a:lnTo>
                    <a:cubicBezTo>
                      <a:pt x="53097" y="-1"/>
                      <a:pt x="51278" y="1813"/>
                      <a:pt x="51277" y="4052"/>
                    </a:cubicBezTo>
                    <a:cubicBezTo>
                      <a:pt x="51277" y="4097"/>
                      <a:pt x="51277" y="4141"/>
                      <a:pt x="51279" y="4185"/>
                    </a:cubicBezTo>
                    <a:lnTo>
                      <a:pt x="51279" y="90240"/>
                    </a:lnTo>
                    <a:cubicBezTo>
                      <a:pt x="51279" y="90240"/>
                      <a:pt x="51279" y="90240"/>
                      <a:pt x="51279" y="90240"/>
                    </a:cubicBezTo>
                    <a:cubicBezTo>
                      <a:pt x="35259" y="98617"/>
                      <a:pt x="29072" y="118375"/>
                      <a:pt x="37461" y="134372"/>
                    </a:cubicBezTo>
                    <a:cubicBezTo>
                      <a:pt x="38905" y="137127"/>
                      <a:pt x="40736" y="139661"/>
                      <a:pt x="42897" y="141900"/>
                    </a:cubicBezTo>
                    <a:lnTo>
                      <a:pt x="594" y="213961"/>
                    </a:lnTo>
                    <a:cubicBezTo>
                      <a:pt x="-573" y="215873"/>
                      <a:pt x="33" y="218368"/>
                      <a:pt x="1947" y="219533"/>
                    </a:cubicBezTo>
                    <a:cubicBezTo>
                      <a:pt x="1976" y="219551"/>
                      <a:pt x="2005" y="219568"/>
                      <a:pt x="2035" y="219585"/>
                    </a:cubicBezTo>
                    <a:lnTo>
                      <a:pt x="10678" y="224816"/>
                    </a:lnTo>
                    <a:cubicBezTo>
                      <a:pt x="12718" y="225848"/>
                      <a:pt x="15208" y="225170"/>
                      <a:pt x="16441" y="223247"/>
                    </a:cubicBezTo>
                    <a:lnTo>
                      <a:pt x="59268" y="151578"/>
                    </a:lnTo>
                    <a:cubicBezTo>
                      <a:pt x="61959" y="152307"/>
                      <a:pt x="64731" y="152703"/>
                      <a:pt x="67519" y="152755"/>
                    </a:cubicBezTo>
                    <a:cubicBezTo>
                      <a:pt x="85819" y="152658"/>
                      <a:pt x="100575" y="137766"/>
                      <a:pt x="100478" y="119492"/>
                    </a:cubicBezTo>
                    <a:cubicBezTo>
                      <a:pt x="100414" y="107457"/>
                      <a:pt x="93811" y="96405"/>
                      <a:pt x="83235" y="90633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56" name="Freeform 56"/>
              <p:cNvSpPr/>
              <p:nvPr>
                <p:custDataLst>
                  <p:tags r:id="rId28"/>
                </p:custDataLst>
              </p:nvPr>
            </p:nvSpPr>
            <p:spPr>
              <a:xfrm>
                <a:off x="3655921" y="4365757"/>
                <a:ext cx="31563" cy="58329"/>
              </a:xfrm>
              <a:custGeom>
                <a:avLst/>
                <a:gdLst>
                  <a:gd name="connsiteX0" fmla="*/ 4060 w 31563"/>
                  <a:gd name="connsiteY0" fmla="*/ 0 h 58329"/>
                  <a:gd name="connsiteX1" fmla="*/ 27372 w 31563"/>
                  <a:gd name="connsiteY1" fmla="*/ 0 h 58329"/>
                  <a:gd name="connsiteX2" fmla="*/ 31564 w 31563"/>
                  <a:gd name="connsiteY2" fmla="*/ 4185 h 58329"/>
                  <a:gd name="connsiteX3" fmla="*/ 31564 w 31563"/>
                  <a:gd name="connsiteY3" fmla="*/ 54275 h 58329"/>
                  <a:gd name="connsiteX4" fmla="*/ 27504 w 31563"/>
                  <a:gd name="connsiteY4" fmla="*/ 58329 h 58329"/>
                  <a:gd name="connsiteX5" fmla="*/ 4060 w 31563"/>
                  <a:gd name="connsiteY5" fmla="*/ 58329 h 58329"/>
                  <a:gd name="connsiteX6" fmla="*/ 0 w 31563"/>
                  <a:gd name="connsiteY6" fmla="*/ 54275 h 58329"/>
                  <a:gd name="connsiteX7" fmla="*/ 0 w 31563"/>
                  <a:gd name="connsiteY7" fmla="*/ 3924 h 58329"/>
                  <a:gd name="connsiteX8" fmla="*/ 4060 w 31563"/>
                  <a:gd name="connsiteY8" fmla="*/ 0 h 58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563" h="58329">
                    <a:moveTo>
                      <a:pt x="4060" y="0"/>
                    </a:moveTo>
                    <a:lnTo>
                      <a:pt x="27372" y="0"/>
                    </a:lnTo>
                    <a:cubicBezTo>
                      <a:pt x="29687" y="0"/>
                      <a:pt x="31564" y="1874"/>
                      <a:pt x="31564" y="4185"/>
                    </a:cubicBezTo>
                    <a:lnTo>
                      <a:pt x="31564" y="54275"/>
                    </a:lnTo>
                    <a:cubicBezTo>
                      <a:pt x="31564" y="56514"/>
                      <a:pt x="29746" y="58329"/>
                      <a:pt x="27504" y="58329"/>
                    </a:cubicBezTo>
                    <a:lnTo>
                      <a:pt x="4060" y="58329"/>
                    </a:lnTo>
                    <a:cubicBezTo>
                      <a:pt x="1818" y="58329"/>
                      <a:pt x="0" y="56514"/>
                      <a:pt x="0" y="54275"/>
                    </a:cubicBezTo>
                    <a:lnTo>
                      <a:pt x="0" y="3924"/>
                    </a:lnTo>
                    <a:cubicBezTo>
                      <a:pt x="71" y="1736"/>
                      <a:pt x="1868" y="-1"/>
                      <a:pt x="4060" y="0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57" name="Freeform 57"/>
              <p:cNvSpPr/>
              <p:nvPr>
                <p:custDataLst>
                  <p:tags r:id="rId29"/>
                </p:custDataLst>
              </p:nvPr>
            </p:nvSpPr>
            <p:spPr>
              <a:xfrm>
                <a:off x="3479637" y="4542183"/>
                <a:ext cx="58673" cy="31518"/>
              </a:xfrm>
              <a:custGeom>
                <a:avLst/>
                <a:gdLst>
                  <a:gd name="connsiteX0" fmla="*/ 54614 w 58673"/>
                  <a:gd name="connsiteY0" fmla="*/ 0 h 31518"/>
                  <a:gd name="connsiteX1" fmla="*/ 58674 w 58673"/>
                  <a:gd name="connsiteY1" fmla="*/ 4054 h 31518"/>
                  <a:gd name="connsiteX2" fmla="*/ 58674 w 58673"/>
                  <a:gd name="connsiteY2" fmla="*/ 27464 h 31518"/>
                  <a:gd name="connsiteX3" fmla="*/ 54614 w 58673"/>
                  <a:gd name="connsiteY3" fmla="*/ 31518 h 31518"/>
                  <a:gd name="connsiteX4" fmla="*/ 4060 w 58673"/>
                  <a:gd name="connsiteY4" fmla="*/ 31518 h 31518"/>
                  <a:gd name="connsiteX5" fmla="*/ 0 w 58673"/>
                  <a:gd name="connsiteY5" fmla="*/ 27464 h 31518"/>
                  <a:gd name="connsiteX6" fmla="*/ 0 w 58673"/>
                  <a:gd name="connsiteY6" fmla="*/ 4054 h 31518"/>
                  <a:gd name="connsiteX7" fmla="*/ 4060 w 58673"/>
                  <a:gd name="connsiteY7" fmla="*/ 0 h 31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8673" h="31518">
                    <a:moveTo>
                      <a:pt x="54614" y="0"/>
                    </a:moveTo>
                    <a:cubicBezTo>
                      <a:pt x="56856" y="0"/>
                      <a:pt x="58674" y="1815"/>
                      <a:pt x="58674" y="4054"/>
                    </a:cubicBezTo>
                    <a:lnTo>
                      <a:pt x="58674" y="27464"/>
                    </a:lnTo>
                    <a:cubicBezTo>
                      <a:pt x="58674" y="29703"/>
                      <a:pt x="56856" y="31518"/>
                      <a:pt x="54614" y="31518"/>
                    </a:cubicBezTo>
                    <a:lnTo>
                      <a:pt x="4060" y="31518"/>
                    </a:lnTo>
                    <a:cubicBezTo>
                      <a:pt x="1818" y="31518"/>
                      <a:pt x="0" y="29703"/>
                      <a:pt x="0" y="27464"/>
                    </a:cubicBezTo>
                    <a:lnTo>
                      <a:pt x="0" y="4054"/>
                    </a:lnTo>
                    <a:cubicBezTo>
                      <a:pt x="0" y="1815"/>
                      <a:pt x="1818" y="0"/>
                      <a:pt x="4060" y="0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58" name="Freeform 58"/>
              <p:cNvSpPr/>
              <p:nvPr>
                <p:custDataLst>
                  <p:tags r:id="rId30"/>
                </p:custDataLst>
              </p:nvPr>
            </p:nvSpPr>
            <p:spPr>
              <a:xfrm>
                <a:off x="3656314" y="4691537"/>
                <a:ext cx="31563" cy="58590"/>
              </a:xfrm>
              <a:custGeom>
                <a:avLst/>
                <a:gdLst>
                  <a:gd name="connsiteX0" fmla="*/ 27504 w 31563"/>
                  <a:gd name="connsiteY0" fmla="*/ 0 h 58590"/>
                  <a:gd name="connsiteX1" fmla="*/ 31564 w 31563"/>
                  <a:gd name="connsiteY1" fmla="*/ 4054 h 58590"/>
                  <a:gd name="connsiteX2" fmla="*/ 31564 w 31563"/>
                  <a:gd name="connsiteY2" fmla="*/ 54536 h 58590"/>
                  <a:gd name="connsiteX3" fmla="*/ 27504 w 31563"/>
                  <a:gd name="connsiteY3" fmla="*/ 58591 h 58590"/>
                  <a:gd name="connsiteX4" fmla="*/ 4060 w 31563"/>
                  <a:gd name="connsiteY4" fmla="*/ 58591 h 58590"/>
                  <a:gd name="connsiteX5" fmla="*/ 0 w 31563"/>
                  <a:gd name="connsiteY5" fmla="*/ 54536 h 58590"/>
                  <a:gd name="connsiteX6" fmla="*/ 0 w 31563"/>
                  <a:gd name="connsiteY6" fmla="*/ 4054 h 58590"/>
                  <a:gd name="connsiteX7" fmla="*/ 4060 w 31563"/>
                  <a:gd name="connsiteY7" fmla="*/ 0 h 58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563" h="58590">
                    <a:moveTo>
                      <a:pt x="27504" y="0"/>
                    </a:moveTo>
                    <a:cubicBezTo>
                      <a:pt x="29746" y="0"/>
                      <a:pt x="31564" y="1815"/>
                      <a:pt x="31564" y="4054"/>
                    </a:cubicBezTo>
                    <a:lnTo>
                      <a:pt x="31564" y="54536"/>
                    </a:lnTo>
                    <a:cubicBezTo>
                      <a:pt x="31564" y="56775"/>
                      <a:pt x="29746" y="58591"/>
                      <a:pt x="27504" y="58591"/>
                    </a:cubicBezTo>
                    <a:lnTo>
                      <a:pt x="4060" y="58591"/>
                    </a:lnTo>
                    <a:cubicBezTo>
                      <a:pt x="1818" y="58591"/>
                      <a:pt x="0" y="56775"/>
                      <a:pt x="0" y="54536"/>
                    </a:cubicBezTo>
                    <a:lnTo>
                      <a:pt x="0" y="4054"/>
                    </a:lnTo>
                    <a:cubicBezTo>
                      <a:pt x="0" y="1815"/>
                      <a:pt x="1818" y="0"/>
                      <a:pt x="4060" y="0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59" name="Freeform 59"/>
              <p:cNvSpPr/>
              <p:nvPr>
                <p:custDataLst>
                  <p:tags r:id="rId31"/>
                </p:custDataLst>
              </p:nvPr>
            </p:nvSpPr>
            <p:spPr>
              <a:xfrm>
                <a:off x="3805880" y="4542183"/>
                <a:ext cx="58673" cy="31518"/>
              </a:xfrm>
              <a:custGeom>
                <a:avLst/>
                <a:gdLst>
                  <a:gd name="connsiteX0" fmla="*/ 54614 w 58673"/>
                  <a:gd name="connsiteY0" fmla="*/ 0 h 31518"/>
                  <a:gd name="connsiteX1" fmla="*/ 58674 w 58673"/>
                  <a:gd name="connsiteY1" fmla="*/ 4054 h 31518"/>
                  <a:gd name="connsiteX2" fmla="*/ 58674 w 58673"/>
                  <a:gd name="connsiteY2" fmla="*/ 27464 h 31518"/>
                  <a:gd name="connsiteX3" fmla="*/ 54614 w 58673"/>
                  <a:gd name="connsiteY3" fmla="*/ 31518 h 31518"/>
                  <a:gd name="connsiteX4" fmla="*/ 4060 w 58673"/>
                  <a:gd name="connsiteY4" fmla="*/ 31518 h 31518"/>
                  <a:gd name="connsiteX5" fmla="*/ 0 w 58673"/>
                  <a:gd name="connsiteY5" fmla="*/ 27464 h 31518"/>
                  <a:gd name="connsiteX6" fmla="*/ 0 w 58673"/>
                  <a:gd name="connsiteY6" fmla="*/ 4054 h 31518"/>
                  <a:gd name="connsiteX7" fmla="*/ 4060 w 58673"/>
                  <a:gd name="connsiteY7" fmla="*/ 0 h 31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8673" h="31518">
                    <a:moveTo>
                      <a:pt x="54614" y="0"/>
                    </a:moveTo>
                    <a:cubicBezTo>
                      <a:pt x="56856" y="0"/>
                      <a:pt x="58674" y="1815"/>
                      <a:pt x="58674" y="4054"/>
                    </a:cubicBezTo>
                    <a:lnTo>
                      <a:pt x="58674" y="27464"/>
                    </a:lnTo>
                    <a:cubicBezTo>
                      <a:pt x="58674" y="29703"/>
                      <a:pt x="56856" y="31518"/>
                      <a:pt x="54614" y="31518"/>
                    </a:cubicBezTo>
                    <a:lnTo>
                      <a:pt x="4060" y="31518"/>
                    </a:lnTo>
                    <a:cubicBezTo>
                      <a:pt x="1818" y="31518"/>
                      <a:pt x="0" y="29703"/>
                      <a:pt x="0" y="27464"/>
                    </a:cubicBezTo>
                    <a:lnTo>
                      <a:pt x="0" y="4054"/>
                    </a:lnTo>
                    <a:cubicBezTo>
                      <a:pt x="0" y="1815"/>
                      <a:pt x="1818" y="0"/>
                      <a:pt x="4060" y="0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60" name="Freeform 60"/>
              <p:cNvSpPr/>
              <p:nvPr>
                <p:custDataLst>
                  <p:tags r:id="rId32"/>
                </p:custDataLst>
              </p:nvPr>
            </p:nvSpPr>
            <p:spPr>
              <a:xfrm>
                <a:off x="3567651" y="4386568"/>
                <a:ext cx="46002" cy="60355"/>
              </a:xfrm>
              <a:custGeom>
                <a:avLst/>
                <a:gdLst>
                  <a:gd name="connsiteX0" fmla="*/ 13272 w 46002"/>
                  <a:gd name="connsiteY0" fmla="*/ 1961 h 60355"/>
                  <a:gd name="connsiteX1" fmla="*/ 18639 w 46002"/>
                  <a:gd name="connsiteY1" fmla="*/ 3398 h 60355"/>
                  <a:gd name="connsiteX2" fmla="*/ 44039 w 46002"/>
                  <a:gd name="connsiteY2" fmla="*/ 47348 h 60355"/>
                  <a:gd name="connsiteX3" fmla="*/ 42600 w 46002"/>
                  <a:gd name="connsiteY3" fmla="*/ 52708 h 60355"/>
                  <a:gd name="connsiteX4" fmla="*/ 32731 w 46002"/>
                  <a:gd name="connsiteY4" fmla="*/ 58395 h 60355"/>
                  <a:gd name="connsiteX5" fmla="*/ 27364 w 46002"/>
                  <a:gd name="connsiteY5" fmla="*/ 56958 h 60355"/>
                  <a:gd name="connsiteX6" fmla="*/ 1964 w 46002"/>
                  <a:gd name="connsiteY6" fmla="*/ 13008 h 60355"/>
                  <a:gd name="connsiteX7" fmla="*/ 3403 w 46002"/>
                  <a:gd name="connsiteY7" fmla="*/ 7649 h 60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6002" h="60355">
                    <a:moveTo>
                      <a:pt x="13272" y="1961"/>
                    </a:moveTo>
                    <a:cubicBezTo>
                      <a:pt x="15151" y="878"/>
                      <a:pt x="17554" y="1521"/>
                      <a:pt x="18639" y="3398"/>
                    </a:cubicBezTo>
                    <a:lnTo>
                      <a:pt x="44039" y="47348"/>
                    </a:lnTo>
                    <a:cubicBezTo>
                      <a:pt x="45124" y="49225"/>
                      <a:pt x="44480" y="51624"/>
                      <a:pt x="42600" y="52708"/>
                    </a:cubicBezTo>
                    <a:lnTo>
                      <a:pt x="32731" y="58395"/>
                    </a:lnTo>
                    <a:cubicBezTo>
                      <a:pt x="30852" y="59478"/>
                      <a:pt x="28449" y="58835"/>
                      <a:pt x="27364" y="56958"/>
                    </a:cubicBezTo>
                    <a:lnTo>
                      <a:pt x="1964" y="13008"/>
                    </a:lnTo>
                    <a:cubicBezTo>
                      <a:pt x="879" y="11131"/>
                      <a:pt x="1524" y="8732"/>
                      <a:pt x="3403" y="7649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61" name="Freeform 61"/>
              <p:cNvSpPr/>
              <p:nvPr>
                <p:custDataLst>
                  <p:tags r:id="rId33"/>
                </p:custDataLst>
              </p:nvPr>
            </p:nvSpPr>
            <p:spPr>
              <a:xfrm>
                <a:off x="3500648" y="4453447"/>
                <a:ext cx="60441" cy="45937"/>
              </a:xfrm>
              <a:custGeom>
                <a:avLst/>
                <a:gdLst>
                  <a:gd name="connsiteX0" fmla="*/ 7659 w 60441"/>
                  <a:gd name="connsiteY0" fmla="*/ 3398 h 45937"/>
                  <a:gd name="connsiteX1" fmla="*/ 13026 w 60441"/>
                  <a:gd name="connsiteY1" fmla="*/ 1961 h 45937"/>
                  <a:gd name="connsiteX2" fmla="*/ 57039 w 60441"/>
                  <a:gd name="connsiteY2" fmla="*/ 27325 h 45937"/>
                  <a:gd name="connsiteX3" fmla="*/ 58478 w 60441"/>
                  <a:gd name="connsiteY3" fmla="*/ 32685 h 45937"/>
                  <a:gd name="connsiteX4" fmla="*/ 52782 w 60441"/>
                  <a:gd name="connsiteY4" fmla="*/ 42539 h 45937"/>
                  <a:gd name="connsiteX5" fmla="*/ 47415 w 60441"/>
                  <a:gd name="connsiteY5" fmla="*/ 43977 h 45937"/>
                  <a:gd name="connsiteX6" fmla="*/ 3403 w 60441"/>
                  <a:gd name="connsiteY6" fmla="*/ 18612 h 45937"/>
                  <a:gd name="connsiteX7" fmla="*/ 1964 w 60441"/>
                  <a:gd name="connsiteY7" fmla="*/ 13253 h 45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441" h="45937">
                    <a:moveTo>
                      <a:pt x="7659" y="3398"/>
                    </a:moveTo>
                    <a:cubicBezTo>
                      <a:pt x="8744" y="1521"/>
                      <a:pt x="11147" y="878"/>
                      <a:pt x="13026" y="1961"/>
                    </a:cubicBezTo>
                    <a:lnTo>
                      <a:pt x="57039" y="27325"/>
                    </a:lnTo>
                    <a:cubicBezTo>
                      <a:pt x="58918" y="28408"/>
                      <a:pt x="59563" y="30808"/>
                      <a:pt x="58478" y="32685"/>
                    </a:cubicBezTo>
                    <a:lnTo>
                      <a:pt x="52782" y="42539"/>
                    </a:lnTo>
                    <a:cubicBezTo>
                      <a:pt x="51698" y="44416"/>
                      <a:pt x="49295" y="45060"/>
                      <a:pt x="47415" y="43977"/>
                    </a:cubicBezTo>
                    <a:lnTo>
                      <a:pt x="3403" y="18612"/>
                    </a:lnTo>
                    <a:cubicBezTo>
                      <a:pt x="1524" y="17529"/>
                      <a:pt x="879" y="15130"/>
                      <a:pt x="1964" y="13253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62" name="Freeform 62"/>
              <p:cNvSpPr/>
              <p:nvPr>
                <p:custDataLst>
                  <p:tags r:id="rId34"/>
                </p:custDataLst>
              </p:nvPr>
            </p:nvSpPr>
            <p:spPr>
              <a:xfrm>
                <a:off x="3500640" y="4616328"/>
                <a:ext cx="60439" cy="45944"/>
              </a:xfrm>
              <a:custGeom>
                <a:avLst/>
                <a:gdLst>
                  <a:gd name="connsiteX0" fmla="*/ 47410 w 60439"/>
                  <a:gd name="connsiteY0" fmla="*/ 1962 h 45944"/>
                  <a:gd name="connsiteX1" fmla="*/ 52778 w 60439"/>
                  <a:gd name="connsiteY1" fmla="*/ 3398 h 45944"/>
                  <a:gd name="connsiteX2" fmla="*/ 58475 w 60439"/>
                  <a:gd name="connsiteY2" fmla="*/ 13251 h 45944"/>
                  <a:gd name="connsiteX3" fmla="*/ 57037 w 60439"/>
                  <a:gd name="connsiteY3" fmla="*/ 18611 h 45944"/>
                  <a:gd name="connsiteX4" fmla="*/ 13029 w 60439"/>
                  <a:gd name="connsiteY4" fmla="*/ 43983 h 45944"/>
                  <a:gd name="connsiteX5" fmla="*/ 7662 w 60439"/>
                  <a:gd name="connsiteY5" fmla="*/ 42547 h 45944"/>
                  <a:gd name="connsiteX6" fmla="*/ 1964 w 60439"/>
                  <a:gd name="connsiteY6" fmla="*/ 32693 h 45944"/>
                  <a:gd name="connsiteX7" fmla="*/ 3403 w 60439"/>
                  <a:gd name="connsiteY7" fmla="*/ 27334 h 45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439" h="45944">
                    <a:moveTo>
                      <a:pt x="47410" y="1962"/>
                    </a:moveTo>
                    <a:cubicBezTo>
                      <a:pt x="49290" y="878"/>
                      <a:pt x="51693" y="1521"/>
                      <a:pt x="52778" y="3398"/>
                    </a:cubicBezTo>
                    <a:lnTo>
                      <a:pt x="58475" y="13251"/>
                    </a:lnTo>
                    <a:cubicBezTo>
                      <a:pt x="59560" y="15128"/>
                      <a:pt x="58916" y="17528"/>
                      <a:pt x="57037" y="18611"/>
                    </a:cubicBezTo>
                    <a:lnTo>
                      <a:pt x="13029" y="43983"/>
                    </a:lnTo>
                    <a:cubicBezTo>
                      <a:pt x="11150" y="45066"/>
                      <a:pt x="8747" y="44424"/>
                      <a:pt x="7662" y="42547"/>
                    </a:cubicBezTo>
                    <a:lnTo>
                      <a:pt x="1964" y="32693"/>
                    </a:lnTo>
                    <a:cubicBezTo>
                      <a:pt x="879" y="30817"/>
                      <a:pt x="1523" y="28417"/>
                      <a:pt x="3403" y="27334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63" name="Freeform 63"/>
              <p:cNvSpPr/>
              <p:nvPr>
                <p:custDataLst>
                  <p:tags r:id="rId35"/>
                </p:custDataLst>
              </p:nvPr>
            </p:nvSpPr>
            <p:spPr>
              <a:xfrm>
                <a:off x="3567628" y="4668879"/>
                <a:ext cx="46010" cy="60353"/>
              </a:xfrm>
              <a:custGeom>
                <a:avLst/>
                <a:gdLst>
                  <a:gd name="connsiteX0" fmla="*/ 27373 w 46010"/>
                  <a:gd name="connsiteY0" fmla="*/ 3398 h 60353"/>
                  <a:gd name="connsiteX1" fmla="*/ 32740 w 46010"/>
                  <a:gd name="connsiteY1" fmla="*/ 1962 h 60353"/>
                  <a:gd name="connsiteX2" fmla="*/ 42607 w 46010"/>
                  <a:gd name="connsiteY2" fmla="*/ 7651 h 60353"/>
                  <a:gd name="connsiteX3" fmla="*/ 44046 w 46010"/>
                  <a:gd name="connsiteY3" fmla="*/ 13010 h 60353"/>
                  <a:gd name="connsiteX4" fmla="*/ 18638 w 46010"/>
                  <a:gd name="connsiteY4" fmla="*/ 56956 h 60353"/>
                  <a:gd name="connsiteX5" fmla="*/ 13270 w 46010"/>
                  <a:gd name="connsiteY5" fmla="*/ 58392 h 60353"/>
                  <a:gd name="connsiteX6" fmla="*/ 3403 w 46010"/>
                  <a:gd name="connsiteY6" fmla="*/ 52703 h 60353"/>
                  <a:gd name="connsiteX7" fmla="*/ 1965 w 46010"/>
                  <a:gd name="connsiteY7" fmla="*/ 47343 h 60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6010" h="60353">
                    <a:moveTo>
                      <a:pt x="27373" y="3398"/>
                    </a:moveTo>
                    <a:cubicBezTo>
                      <a:pt x="28457" y="1521"/>
                      <a:pt x="30860" y="878"/>
                      <a:pt x="32740" y="1962"/>
                    </a:cubicBezTo>
                    <a:lnTo>
                      <a:pt x="42607" y="7651"/>
                    </a:lnTo>
                    <a:cubicBezTo>
                      <a:pt x="44487" y="8734"/>
                      <a:pt x="45131" y="11134"/>
                      <a:pt x="44046" y="13010"/>
                    </a:cubicBezTo>
                    <a:lnTo>
                      <a:pt x="18638" y="56956"/>
                    </a:lnTo>
                    <a:cubicBezTo>
                      <a:pt x="17553" y="58832"/>
                      <a:pt x="15150" y="59476"/>
                      <a:pt x="13270" y="58392"/>
                    </a:cubicBezTo>
                    <a:lnTo>
                      <a:pt x="3403" y="52703"/>
                    </a:lnTo>
                    <a:cubicBezTo>
                      <a:pt x="1524" y="51620"/>
                      <a:pt x="880" y="49220"/>
                      <a:pt x="1965" y="47343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64" name="Freeform 64"/>
              <p:cNvSpPr/>
              <p:nvPr>
                <p:custDataLst>
                  <p:tags r:id="rId36"/>
                </p:custDataLst>
              </p:nvPr>
            </p:nvSpPr>
            <p:spPr>
              <a:xfrm>
                <a:off x="3730701" y="4668666"/>
                <a:ext cx="46017" cy="60351"/>
              </a:xfrm>
              <a:custGeom>
                <a:avLst/>
                <a:gdLst>
                  <a:gd name="connsiteX0" fmla="*/ 13269 w 46017"/>
                  <a:gd name="connsiteY0" fmla="*/ 1962 h 60351"/>
                  <a:gd name="connsiteX1" fmla="*/ 18637 w 46017"/>
                  <a:gd name="connsiteY1" fmla="*/ 3397 h 60351"/>
                  <a:gd name="connsiteX2" fmla="*/ 44052 w 46017"/>
                  <a:gd name="connsiteY2" fmla="*/ 47339 h 60351"/>
                  <a:gd name="connsiteX3" fmla="*/ 42615 w 46017"/>
                  <a:gd name="connsiteY3" fmla="*/ 52698 h 60351"/>
                  <a:gd name="connsiteX4" fmla="*/ 32748 w 46017"/>
                  <a:gd name="connsiteY4" fmla="*/ 58389 h 60351"/>
                  <a:gd name="connsiteX5" fmla="*/ 27381 w 46017"/>
                  <a:gd name="connsiteY5" fmla="*/ 56954 h 60351"/>
                  <a:gd name="connsiteX6" fmla="*/ 1965 w 46017"/>
                  <a:gd name="connsiteY6" fmla="*/ 13013 h 60351"/>
                  <a:gd name="connsiteX7" fmla="*/ 3402 w 46017"/>
                  <a:gd name="connsiteY7" fmla="*/ 7653 h 60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6017" h="60351">
                    <a:moveTo>
                      <a:pt x="13269" y="1962"/>
                    </a:moveTo>
                    <a:cubicBezTo>
                      <a:pt x="15148" y="879"/>
                      <a:pt x="17551" y="1521"/>
                      <a:pt x="18637" y="3397"/>
                    </a:cubicBezTo>
                    <a:lnTo>
                      <a:pt x="44052" y="47339"/>
                    </a:lnTo>
                    <a:cubicBezTo>
                      <a:pt x="45137" y="49215"/>
                      <a:pt x="44494" y="51615"/>
                      <a:pt x="42615" y="52698"/>
                    </a:cubicBezTo>
                    <a:lnTo>
                      <a:pt x="32748" y="58389"/>
                    </a:lnTo>
                    <a:cubicBezTo>
                      <a:pt x="30869" y="59473"/>
                      <a:pt x="28466" y="58831"/>
                      <a:pt x="27381" y="56954"/>
                    </a:cubicBezTo>
                    <a:lnTo>
                      <a:pt x="1965" y="13013"/>
                    </a:lnTo>
                    <a:cubicBezTo>
                      <a:pt x="880" y="11137"/>
                      <a:pt x="1523" y="8737"/>
                      <a:pt x="3402" y="7653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65" name="Freeform 65"/>
              <p:cNvSpPr/>
              <p:nvPr>
                <p:custDataLst>
                  <p:tags r:id="rId37"/>
                </p:custDataLst>
              </p:nvPr>
            </p:nvSpPr>
            <p:spPr>
              <a:xfrm>
                <a:off x="3783113" y="4616082"/>
                <a:ext cx="60439" cy="45944"/>
              </a:xfrm>
              <a:custGeom>
                <a:avLst/>
                <a:gdLst>
                  <a:gd name="connsiteX0" fmla="*/ 7662 w 60439"/>
                  <a:gd name="connsiteY0" fmla="*/ 3398 h 45944"/>
                  <a:gd name="connsiteX1" fmla="*/ 13029 w 60439"/>
                  <a:gd name="connsiteY1" fmla="*/ 1962 h 45944"/>
                  <a:gd name="connsiteX2" fmla="*/ 57037 w 60439"/>
                  <a:gd name="connsiteY2" fmla="*/ 27334 h 45944"/>
                  <a:gd name="connsiteX3" fmla="*/ 58475 w 60439"/>
                  <a:gd name="connsiteY3" fmla="*/ 32693 h 45944"/>
                  <a:gd name="connsiteX4" fmla="*/ 52778 w 60439"/>
                  <a:gd name="connsiteY4" fmla="*/ 42547 h 45944"/>
                  <a:gd name="connsiteX5" fmla="*/ 47411 w 60439"/>
                  <a:gd name="connsiteY5" fmla="*/ 43983 h 45944"/>
                  <a:gd name="connsiteX6" fmla="*/ 3403 w 60439"/>
                  <a:gd name="connsiteY6" fmla="*/ 18611 h 45944"/>
                  <a:gd name="connsiteX7" fmla="*/ 1965 w 60439"/>
                  <a:gd name="connsiteY7" fmla="*/ 13252 h 45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439" h="45944">
                    <a:moveTo>
                      <a:pt x="7662" y="3398"/>
                    </a:moveTo>
                    <a:cubicBezTo>
                      <a:pt x="8747" y="1521"/>
                      <a:pt x="11150" y="878"/>
                      <a:pt x="13029" y="1962"/>
                    </a:cubicBezTo>
                    <a:lnTo>
                      <a:pt x="57037" y="27334"/>
                    </a:lnTo>
                    <a:cubicBezTo>
                      <a:pt x="58916" y="28417"/>
                      <a:pt x="59560" y="30817"/>
                      <a:pt x="58475" y="32693"/>
                    </a:cubicBezTo>
                    <a:lnTo>
                      <a:pt x="52778" y="42547"/>
                    </a:lnTo>
                    <a:cubicBezTo>
                      <a:pt x="51693" y="44424"/>
                      <a:pt x="49290" y="45067"/>
                      <a:pt x="47411" y="43983"/>
                    </a:cubicBezTo>
                    <a:lnTo>
                      <a:pt x="3403" y="18611"/>
                    </a:lnTo>
                    <a:cubicBezTo>
                      <a:pt x="1523" y="17528"/>
                      <a:pt x="879" y="15128"/>
                      <a:pt x="1965" y="13252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66" name="Freeform 66"/>
              <p:cNvSpPr/>
              <p:nvPr>
                <p:custDataLst>
                  <p:tags r:id="rId38"/>
                </p:custDataLst>
              </p:nvPr>
            </p:nvSpPr>
            <p:spPr>
              <a:xfrm>
                <a:off x="3783207" y="4453543"/>
                <a:ext cx="60439" cy="45944"/>
              </a:xfrm>
              <a:custGeom>
                <a:avLst/>
                <a:gdLst>
                  <a:gd name="connsiteX0" fmla="*/ 47410 w 60439"/>
                  <a:gd name="connsiteY0" fmla="*/ 1962 h 45944"/>
                  <a:gd name="connsiteX1" fmla="*/ 52778 w 60439"/>
                  <a:gd name="connsiteY1" fmla="*/ 3398 h 45944"/>
                  <a:gd name="connsiteX2" fmla="*/ 58475 w 60439"/>
                  <a:gd name="connsiteY2" fmla="*/ 13252 h 45944"/>
                  <a:gd name="connsiteX3" fmla="*/ 57037 w 60439"/>
                  <a:gd name="connsiteY3" fmla="*/ 18611 h 45944"/>
                  <a:gd name="connsiteX4" fmla="*/ 13029 w 60439"/>
                  <a:gd name="connsiteY4" fmla="*/ 43983 h 45944"/>
                  <a:gd name="connsiteX5" fmla="*/ 7661 w 60439"/>
                  <a:gd name="connsiteY5" fmla="*/ 42547 h 45944"/>
                  <a:gd name="connsiteX6" fmla="*/ 1964 w 60439"/>
                  <a:gd name="connsiteY6" fmla="*/ 32693 h 45944"/>
                  <a:gd name="connsiteX7" fmla="*/ 3403 w 60439"/>
                  <a:gd name="connsiteY7" fmla="*/ 27334 h 45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439" h="45944">
                    <a:moveTo>
                      <a:pt x="47410" y="1962"/>
                    </a:moveTo>
                    <a:cubicBezTo>
                      <a:pt x="49290" y="878"/>
                      <a:pt x="51693" y="1521"/>
                      <a:pt x="52778" y="3398"/>
                    </a:cubicBezTo>
                    <a:lnTo>
                      <a:pt x="58475" y="13252"/>
                    </a:lnTo>
                    <a:cubicBezTo>
                      <a:pt x="59560" y="15128"/>
                      <a:pt x="58916" y="17528"/>
                      <a:pt x="57037" y="18611"/>
                    </a:cubicBezTo>
                    <a:lnTo>
                      <a:pt x="13029" y="43983"/>
                    </a:lnTo>
                    <a:cubicBezTo>
                      <a:pt x="11150" y="45067"/>
                      <a:pt x="8747" y="44424"/>
                      <a:pt x="7661" y="42547"/>
                    </a:cubicBezTo>
                    <a:lnTo>
                      <a:pt x="1964" y="32693"/>
                    </a:lnTo>
                    <a:cubicBezTo>
                      <a:pt x="879" y="30817"/>
                      <a:pt x="1523" y="28417"/>
                      <a:pt x="3403" y="27334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67" name="Freeform 67"/>
              <p:cNvSpPr/>
              <p:nvPr>
                <p:custDataLst>
                  <p:tags r:id="rId39"/>
                </p:custDataLst>
              </p:nvPr>
            </p:nvSpPr>
            <p:spPr>
              <a:xfrm>
                <a:off x="3730747" y="4386950"/>
                <a:ext cx="46010" cy="60353"/>
              </a:xfrm>
              <a:custGeom>
                <a:avLst/>
                <a:gdLst>
                  <a:gd name="connsiteX0" fmla="*/ 27372 w 46010"/>
                  <a:gd name="connsiteY0" fmla="*/ 3398 h 60353"/>
                  <a:gd name="connsiteX1" fmla="*/ 32740 w 46010"/>
                  <a:gd name="connsiteY1" fmla="*/ 1962 h 60353"/>
                  <a:gd name="connsiteX2" fmla="*/ 42607 w 46010"/>
                  <a:gd name="connsiteY2" fmla="*/ 7651 h 60353"/>
                  <a:gd name="connsiteX3" fmla="*/ 44046 w 46010"/>
                  <a:gd name="connsiteY3" fmla="*/ 13010 h 60353"/>
                  <a:gd name="connsiteX4" fmla="*/ 18638 w 46010"/>
                  <a:gd name="connsiteY4" fmla="*/ 56956 h 60353"/>
                  <a:gd name="connsiteX5" fmla="*/ 13270 w 46010"/>
                  <a:gd name="connsiteY5" fmla="*/ 58392 h 60353"/>
                  <a:gd name="connsiteX6" fmla="*/ 3403 w 46010"/>
                  <a:gd name="connsiteY6" fmla="*/ 52703 h 60353"/>
                  <a:gd name="connsiteX7" fmla="*/ 1964 w 46010"/>
                  <a:gd name="connsiteY7" fmla="*/ 47343 h 60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6010" h="60353">
                    <a:moveTo>
                      <a:pt x="27372" y="3398"/>
                    </a:moveTo>
                    <a:cubicBezTo>
                      <a:pt x="28457" y="1521"/>
                      <a:pt x="30860" y="878"/>
                      <a:pt x="32740" y="1962"/>
                    </a:cubicBezTo>
                    <a:lnTo>
                      <a:pt x="42607" y="7651"/>
                    </a:lnTo>
                    <a:cubicBezTo>
                      <a:pt x="44487" y="8734"/>
                      <a:pt x="45131" y="11134"/>
                      <a:pt x="44046" y="13010"/>
                    </a:cubicBezTo>
                    <a:lnTo>
                      <a:pt x="18638" y="56956"/>
                    </a:lnTo>
                    <a:cubicBezTo>
                      <a:pt x="17553" y="58832"/>
                      <a:pt x="15150" y="59476"/>
                      <a:pt x="13270" y="58392"/>
                    </a:cubicBezTo>
                    <a:lnTo>
                      <a:pt x="3403" y="52703"/>
                    </a:lnTo>
                    <a:cubicBezTo>
                      <a:pt x="1523" y="51620"/>
                      <a:pt x="879" y="49220"/>
                      <a:pt x="1964" y="47343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28" name="Group 10"/>
            <p:cNvGrpSpPr/>
            <p:nvPr/>
          </p:nvGrpSpPr>
          <p:grpSpPr>
            <a:xfrm>
              <a:off x="5033616" y="3254454"/>
              <a:ext cx="500825" cy="484421"/>
              <a:chOff x="5037903" y="2693697"/>
              <a:chExt cx="500825" cy="484421"/>
            </a:xfrm>
            <a:solidFill>
              <a:schemeClr val="accent1">
                <a:alpha val="70000"/>
              </a:schemeClr>
            </a:solidFill>
            <a:effectLst/>
          </p:grpSpPr>
          <p:sp>
            <p:nvSpPr>
              <p:cNvPr id="51" name="Freeform 68"/>
              <p:cNvSpPr/>
              <p:nvPr>
                <p:custDataLst>
                  <p:tags r:id="rId40"/>
                </p:custDataLst>
              </p:nvPr>
            </p:nvSpPr>
            <p:spPr>
              <a:xfrm>
                <a:off x="5037903" y="2821602"/>
                <a:ext cx="358330" cy="356516"/>
              </a:xfrm>
              <a:custGeom>
                <a:avLst/>
                <a:gdLst>
                  <a:gd name="connsiteX0" fmla="*/ 345234 w 358330"/>
                  <a:gd name="connsiteY0" fmla="*/ 149616 h 356516"/>
                  <a:gd name="connsiteX1" fmla="*/ 338816 w 358330"/>
                  <a:gd name="connsiteY1" fmla="*/ 149616 h 356516"/>
                  <a:gd name="connsiteX2" fmla="*/ 323493 w 358330"/>
                  <a:gd name="connsiteY2" fmla="*/ 137977 h 356516"/>
                  <a:gd name="connsiteX3" fmla="*/ 309741 w 358330"/>
                  <a:gd name="connsiteY3" fmla="*/ 104627 h 356516"/>
                  <a:gd name="connsiteX4" fmla="*/ 312361 w 358330"/>
                  <a:gd name="connsiteY4" fmla="*/ 85533 h 356516"/>
                  <a:gd name="connsiteX5" fmla="*/ 316813 w 358330"/>
                  <a:gd name="connsiteY5" fmla="*/ 81086 h 356516"/>
                  <a:gd name="connsiteX6" fmla="*/ 316813 w 358330"/>
                  <a:gd name="connsiteY6" fmla="*/ 63561 h 356516"/>
                  <a:gd name="connsiteX7" fmla="*/ 294025 w 358330"/>
                  <a:gd name="connsiteY7" fmla="*/ 40805 h 356516"/>
                  <a:gd name="connsiteX8" fmla="*/ 276344 w 358330"/>
                  <a:gd name="connsiteY8" fmla="*/ 40805 h 356516"/>
                  <a:gd name="connsiteX9" fmla="*/ 271891 w 358330"/>
                  <a:gd name="connsiteY9" fmla="*/ 45252 h 356516"/>
                  <a:gd name="connsiteX10" fmla="*/ 252901 w 358330"/>
                  <a:gd name="connsiteY10" fmla="*/ 47867 h 356516"/>
                  <a:gd name="connsiteX11" fmla="*/ 219897 w 358330"/>
                  <a:gd name="connsiteY11" fmla="*/ 34004 h 356516"/>
                  <a:gd name="connsiteX12" fmla="*/ 208240 w 358330"/>
                  <a:gd name="connsiteY12" fmla="*/ 18703 h 356516"/>
                  <a:gd name="connsiteX13" fmla="*/ 208240 w 358330"/>
                  <a:gd name="connsiteY13" fmla="*/ 12425 h 356516"/>
                  <a:gd name="connsiteX14" fmla="*/ 196061 w 358330"/>
                  <a:gd name="connsiteY14" fmla="*/ 1 h 356516"/>
                  <a:gd name="connsiteX15" fmla="*/ 195798 w 358330"/>
                  <a:gd name="connsiteY15" fmla="*/ 1 h 356516"/>
                  <a:gd name="connsiteX16" fmla="*/ 163580 w 358330"/>
                  <a:gd name="connsiteY16" fmla="*/ 1 h 356516"/>
                  <a:gd name="connsiteX17" fmla="*/ 150483 w 358330"/>
                  <a:gd name="connsiteY17" fmla="*/ 12425 h 356516"/>
                  <a:gd name="connsiteX18" fmla="*/ 150483 w 358330"/>
                  <a:gd name="connsiteY18" fmla="*/ 18703 h 356516"/>
                  <a:gd name="connsiteX19" fmla="*/ 138958 w 358330"/>
                  <a:gd name="connsiteY19" fmla="*/ 34004 h 356516"/>
                  <a:gd name="connsiteX20" fmla="*/ 105430 w 358330"/>
                  <a:gd name="connsiteY20" fmla="*/ 47867 h 356516"/>
                  <a:gd name="connsiteX21" fmla="*/ 86309 w 358330"/>
                  <a:gd name="connsiteY21" fmla="*/ 45252 h 356516"/>
                  <a:gd name="connsiteX22" fmla="*/ 81987 w 358330"/>
                  <a:gd name="connsiteY22" fmla="*/ 40805 h 356516"/>
                  <a:gd name="connsiteX23" fmla="*/ 64306 w 358330"/>
                  <a:gd name="connsiteY23" fmla="*/ 40805 h 356516"/>
                  <a:gd name="connsiteX24" fmla="*/ 41517 w 358330"/>
                  <a:gd name="connsiteY24" fmla="*/ 63561 h 356516"/>
                  <a:gd name="connsiteX25" fmla="*/ 41517 w 358330"/>
                  <a:gd name="connsiteY25" fmla="*/ 81086 h 356516"/>
                  <a:gd name="connsiteX26" fmla="*/ 45970 w 358330"/>
                  <a:gd name="connsiteY26" fmla="*/ 85533 h 356516"/>
                  <a:gd name="connsiteX27" fmla="*/ 48590 w 358330"/>
                  <a:gd name="connsiteY27" fmla="*/ 104627 h 356516"/>
                  <a:gd name="connsiteX28" fmla="*/ 34707 w 358330"/>
                  <a:gd name="connsiteY28" fmla="*/ 137977 h 356516"/>
                  <a:gd name="connsiteX29" fmla="*/ 19384 w 358330"/>
                  <a:gd name="connsiteY29" fmla="*/ 149616 h 356516"/>
                  <a:gd name="connsiteX30" fmla="*/ 13097 w 358330"/>
                  <a:gd name="connsiteY30" fmla="*/ 149616 h 356516"/>
                  <a:gd name="connsiteX31" fmla="*/ 0 w 358330"/>
                  <a:gd name="connsiteY31" fmla="*/ 162695 h 356516"/>
                  <a:gd name="connsiteX32" fmla="*/ 0 w 358330"/>
                  <a:gd name="connsiteY32" fmla="*/ 194867 h 356516"/>
                  <a:gd name="connsiteX33" fmla="*/ 13097 w 358330"/>
                  <a:gd name="connsiteY33" fmla="*/ 207292 h 356516"/>
                  <a:gd name="connsiteX34" fmla="*/ 19384 w 358330"/>
                  <a:gd name="connsiteY34" fmla="*/ 207292 h 356516"/>
                  <a:gd name="connsiteX35" fmla="*/ 34707 w 358330"/>
                  <a:gd name="connsiteY35" fmla="*/ 218931 h 356516"/>
                  <a:gd name="connsiteX36" fmla="*/ 48721 w 358330"/>
                  <a:gd name="connsiteY36" fmla="*/ 251366 h 356516"/>
                  <a:gd name="connsiteX37" fmla="*/ 46101 w 358330"/>
                  <a:gd name="connsiteY37" fmla="*/ 270329 h 356516"/>
                  <a:gd name="connsiteX38" fmla="*/ 41648 w 358330"/>
                  <a:gd name="connsiteY38" fmla="*/ 274776 h 356516"/>
                  <a:gd name="connsiteX39" fmla="*/ 41648 w 358330"/>
                  <a:gd name="connsiteY39" fmla="*/ 292301 h 356516"/>
                  <a:gd name="connsiteX40" fmla="*/ 64437 w 358330"/>
                  <a:gd name="connsiteY40" fmla="*/ 315057 h 356516"/>
                  <a:gd name="connsiteX41" fmla="*/ 82118 w 358330"/>
                  <a:gd name="connsiteY41" fmla="*/ 315057 h 356516"/>
                  <a:gd name="connsiteX42" fmla="*/ 86439 w 358330"/>
                  <a:gd name="connsiteY42" fmla="*/ 310610 h 356516"/>
                  <a:gd name="connsiteX43" fmla="*/ 105561 w 358330"/>
                  <a:gd name="connsiteY43" fmla="*/ 307995 h 356516"/>
                  <a:gd name="connsiteX44" fmla="*/ 139089 w 358330"/>
                  <a:gd name="connsiteY44" fmla="*/ 321858 h 356516"/>
                  <a:gd name="connsiteX45" fmla="*/ 150614 w 358330"/>
                  <a:gd name="connsiteY45" fmla="*/ 337159 h 356516"/>
                  <a:gd name="connsiteX46" fmla="*/ 150614 w 358330"/>
                  <a:gd name="connsiteY46" fmla="*/ 343437 h 356516"/>
                  <a:gd name="connsiteX47" fmla="*/ 163711 w 358330"/>
                  <a:gd name="connsiteY47" fmla="*/ 356515 h 356516"/>
                  <a:gd name="connsiteX48" fmla="*/ 195930 w 358330"/>
                  <a:gd name="connsiteY48" fmla="*/ 356515 h 356516"/>
                  <a:gd name="connsiteX49" fmla="*/ 208396 w 358330"/>
                  <a:gd name="connsiteY49" fmla="*/ 344378 h 356516"/>
                  <a:gd name="connsiteX50" fmla="*/ 208372 w 358330"/>
                  <a:gd name="connsiteY50" fmla="*/ 343437 h 356516"/>
                  <a:gd name="connsiteX51" fmla="*/ 208371 w 358330"/>
                  <a:gd name="connsiteY51" fmla="*/ 337159 h 356516"/>
                  <a:gd name="connsiteX52" fmla="*/ 220028 w 358330"/>
                  <a:gd name="connsiteY52" fmla="*/ 321858 h 356516"/>
                  <a:gd name="connsiteX53" fmla="*/ 253556 w 358330"/>
                  <a:gd name="connsiteY53" fmla="*/ 307995 h 356516"/>
                  <a:gd name="connsiteX54" fmla="*/ 272546 w 358330"/>
                  <a:gd name="connsiteY54" fmla="*/ 310610 h 356516"/>
                  <a:gd name="connsiteX55" fmla="*/ 276999 w 358330"/>
                  <a:gd name="connsiteY55" fmla="*/ 315057 h 356516"/>
                  <a:gd name="connsiteX56" fmla="*/ 294680 w 358330"/>
                  <a:gd name="connsiteY56" fmla="*/ 315057 h 356516"/>
                  <a:gd name="connsiteX57" fmla="*/ 317469 w 358330"/>
                  <a:gd name="connsiteY57" fmla="*/ 292301 h 356516"/>
                  <a:gd name="connsiteX58" fmla="*/ 317469 w 358330"/>
                  <a:gd name="connsiteY58" fmla="*/ 274776 h 356516"/>
                  <a:gd name="connsiteX59" fmla="*/ 313015 w 358330"/>
                  <a:gd name="connsiteY59" fmla="*/ 270329 h 356516"/>
                  <a:gd name="connsiteX60" fmla="*/ 310396 w 358330"/>
                  <a:gd name="connsiteY60" fmla="*/ 251366 h 356516"/>
                  <a:gd name="connsiteX61" fmla="*/ 324147 w 358330"/>
                  <a:gd name="connsiteY61" fmla="*/ 217885 h 356516"/>
                  <a:gd name="connsiteX62" fmla="*/ 339471 w 358330"/>
                  <a:gd name="connsiteY62" fmla="*/ 206245 h 356516"/>
                  <a:gd name="connsiteX63" fmla="*/ 345889 w 358330"/>
                  <a:gd name="connsiteY63" fmla="*/ 206245 h 356516"/>
                  <a:gd name="connsiteX64" fmla="*/ 358331 w 358330"/>
                  <a:gd name="connsiteY64" fmla="*/ 193821 h 356516"/>
                  <a:gd name="connsiteX65" fmla="*/ 358331 w 358330"/>
                  <a:gd name="connsiteY65" fmla="*/ 162041 h 356516"/>
                  <a:gd name="connsiteX66" fmla="*/ 345234 w 358330"/>
                  <a:gd name="connsiteY66" fmla="*/ 149616 h 356516"/>
                  <a:gd name="connsiteX67" fmla="*/ 179166 w 358330"/>
                  <a:gd name="connsiteY67" fmla="*/ 286023 h 356516"/>
                  <a:gd name="connsiteX68" fmla="*/ 71116 w 358330"/>
                  <a:gd name="connsiteY68" fmla="*/ 178127 h 356516"/>
                  <a:gd name="connsiteX69" fmla="*/ 179166 w 358330"/>
                  <a:gd name="connsiteY69" fmla="*/ 70231 h 356516"/>
                  <a:gd name="connsiteX70" fmla="*/ 287215 w 358330"/>
                  <a:gd name="connsiteY70" fmla="*/ 178127 h 356516"/>
                  <a:gd name="connsiteX71" fmla="*/ 179166 w 358330"/>
                  <a:gd name="connsiteY71" fmla="*/ 286023 h 356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</a:cxnLst>
                <a:rect l="l" t="t" r="r" b="b"/>
                <a:pathLst>
                  <a:path w="358330" h="356516">
                    <a:moveTo>
                      <a:pt x="345234" y="149616"/>
                    </a:moveTo>
                    <a:lnTo>
                      <a:pt x="338816" y="149616"/>
                    </a:lnTo>
                    <a:cubicBezTo>
                      <a:pt x="331678" y="149590"/>
                      <a:pt x="325423" y="144839"/>
                      <a:pt x="323493" y="137977"/>
                    </a:cubicBezTo>
                    <a:cubicBezTo>
                      <a:pt x="320300" y="126338"/>
                      <a:pt x="315681" y="115137"/>
                      <a:pt x="309741" y="104627"/>
                    </a:cubicBezTo>
                    <a:cubicBezTo>
                      <a:pt x="306185" y="98404"/>
                      <a:pt x="307259" y="90572"/>
                      <a:pt x="312361" y="85533"/>
                    </a:cubicBezTo>
                    <a:lnTo>
                      <a:pt x="316813" y="81086"/>
                    </a:lnTo>
                    <a:cubicBezTo>
                      <a:pt x="321312" y="76108"/>
                      <a:pt x="321312" y="68539"/>
                      <a:pt x="316813" y="63561"/>
                    </a:cubicBezTo>
                    <a:lnTo>
                      <a:pt x="294025" y="40805"/>
                    </a:lnTo>
                    <a:cubicBezTo>
                      <a:pt x="289021" y="36233"/>
                      <a:pt x="281349" y="36233"/>
                      <a:pt x="276344" y="40805"/>
                    </a:cubicBezTo>
                    <a:lnTo>
                      <a:pt x="271891" y="45252"/>
                    </a:lnTo>
                    <a:cubicBezTo>
                      <a:pt x="266826" y="50199"/>
                      <a:pt x="259118" y="51261"/>
                      <a:pt x="252901" y="47867"/>
                    </a:cubicBezTo>
                    <a:cubicBezTo>
                      <a:pt x="242489" y="41955"/>
                      <a:pt x="231410" y="37301"/>
                      <a:pt x="219897" y="34004"/>
                    </a:cubicBezTo>
                    <a:cubicBezTo>
                      <a:pt x="212998" y="32115"/>
                      <a:pt x="208222" y="25846"/>
                      <a:pt x="208240" y="18703"/>
                    </a:cubicBezTo>
                    <a:lnTo>
                      <a:pt x="208240" y="12425"/>
                    </a:lnTo>
                    <a:cubicBezTo>
                      <a:pt x="208313" y="5636"/>
                      <a:pt x="202860" y="73"/>
                      <a:pt x="196061" y="1"/>
                    </a:cubicBezTo>
                    <a:cubicBezTo>
                      <a:pt x="195974" y="0"/>
                      <a:pt x="195886" y="0"/>
                      <a:pt x="195798" y="1"/>
                    </a:cubicBezTo>
                    <a:lnTo>
                      <a:pt x="163580" y="1"/>
                    </a:lnTo>
                    <a:cubicBezTo>
                      <a:pt x="156595" y="-8"/>
                      <a:pt x="150833" y="5459"/>
                      <a:pt x="150483" y="12425"/>
                    </a:cubicBezTo>
                    <a:lnTo>
                      <a:pt x="150483" y="18703"/>
                    </a:lnTo>
                    <a:cubicBezTo>
                      <a:pt x="150563" y="25824"/>
                      <a:pt x="145831" y="32106"/>
                      <a:pt x="138958" y="34004"/>
                    </a:cubicBezTo>
                    <a:cubicBezTo>
                      <a:pt x="127256" y="37237"/>
                      <a:pt x="115995" y="41893"/>
                      <a:pt x="105430" y="47867"/>
                    </a:cubicBezTo>
                    <a:cubicBezTo>
                      <a:pt x="99173" y="51282"/>
                      <a:pt x="91416" y="50221"/>
                      <a:pt x="86309" y="45252"/>
                    </a:cubicBezTo>
                    <a:lnTo>
                      <a:pt x="81987" y="40805"/>
                    </a:lnTo>
                    <a:cubicBezTo>
                      <a:pt x="76982" y="36233"/>
                      <a:pt x="69310" y="36233"/>
                      <a:pt x="64306" y="40805"/>
                    </a:cubicBezTo>
                    <a:lnTo>
                      <a:pt x="41517" y="63561"/>
                    </a:lnTo>
                    <a:cubicBezTo>
                      <a:pt x="37018" y="68539"/>
                      <a:pt x="37018" y="76108"/>
                      <a:pt x="41517" y="81086"/>
                    </a:cubicBezTo>
                    <a:lnTo>
                      <a:pt x="45970" y="85533"/>
                    </a:lnTo>
                    <a:cubicBezTo>
                      <a:pt x="51071" y="90571"/>
                      <a:pt x="52146" y="98404"/>
                      <a:pt x="48590" y="104627"/>
                    </a:cubicBezTo>
                    <a:cubicBezTo>
                      <a:pt x="42608" y="115132"/>
                      <a:pt x="37946" y="126333"/>
                      <a:pt x="34707" y="137977"/>
                    </a:cubicBezTo>
                    <a:cubicBezTo>
                      <a:pt x="32855" y="144892"/>
                      <a:pt x="26552" y="149680"/>
                      <a:pt x="19384" y="149616"/>
                    </a:cubicBezTo>
                    <a:lnTo>
                      <a:pt x="13097" y="149616"/>
                    </a:lnTo>
                    <a:cubicBezTo>
                      <a:pt x="5864" y="149616"/>
                      <a:pt x="0" y="155472"/>
                      <a:pt x="0" y="162695"/>
                    </a:cubicBezTo>
                    <a:lnTo>
                      <a:pt x="0" y="194867"/>
                    </a:lnTo>
                    <a:cubicBezTo>
                      <a:pt x="349" y="201834"/>
                      <a:pt x="6112" y="207301"/>
                      <a:pt x="13097" y="207292"/>
                    </a:cubicBezTo>
                    <a:lnTo>
                      <a:pt x="19384" y="207292"/>
                    </a:lnTo>
                    <a:cubicBezTo>
                      <a:pt x="26552" y="207228"/>
                      <a:pt x="32855" y="212016"/>
                      <a:pt x="34707" y="218931"/>
                    </a:cubicBezTo>
                    <a:cubicBezTo>
                      <a:pt x="38088" y="230254"/>
                      <a:pt x="42792" y="241140"/>
                      <a:pt x="48721" y="251366"/>
                    </a:cubicBezTo>
                    <a:cubicBezTo>
                      <a:pt x="52256" y="257548"/>
                      <a:pt x="51181" y="265333"/>
                      <a:pt x="46101" y="270329"/>
                    </a:cubicBezTo>
                    <a:lnTo>
                      <a:pt x="41648" y="274776"/>
                    </a:lnTo>
                    <a:cubicBezTo>
                      <a:pt x="37150" y="279754"/>
                      <a:pt x="37150" y="287323"/>
                      <a:pt x="41648" y="292301"/>
                    </a:cubicBezTo>
                    <a:lnTo>
                      <a:pt x="64437" y="315057"/>
                    </a:lnTo>
                    <a:cubicBezTo>
                      <a:pt x="69441" y="319629"/>
                      <a:pt x="77113" y="319629"/>
                      <a:pt x="82118" y="315057"/>
                    </a:cubicBezTo>
                    <a:lnTo>
                      <a:pt x="86439" y="310610"/>
                    </a:lnTo>
                    <a:cubicBezTo>
                      <a:pt x="91547" y="305641"/>
                      <a:pt x="99303" y="304580"/>
                      <a:pt x="105561" y="307995"/>
                    </a:cubicBezTo>
                    <a:cubicBezTo>
                      <a:pt x="116099" y="314024"/>
                      <a:pt x="127367" y="318682"/>
                      <a:pt x="139089" y="321858"/>
                    </a:cubicBezTo>
                    <a:cubicBezTo>
                      <a:pt x="145935" y="323796"/>
                      <a:pt x="150648" y="330053"/>
                      <a:pt x="150614" y="337159"/>
                    </a:cubicBezTo>
                    <a:lnTo>
                      <a:pt x="150614" y="343437"/>
                    </a:lnTo>
                    <a:cubicBezTo>
                      <a:pt x="150614" y="350660"/>
                      <a:pt x="156478" y="356515"/>
                      <a:pt x="163711" y="356515"/>
                    </a:cubicBezTo>
                    <a:lnTo>
                      <a:pt x="195930" y="356515"/>
                    </a:lnTo>
                    <a:cubicBezTo>
                      <a:pt x="202728" y="356601"/>
                      <a:pt x="208309" y="351167"/>
                      <a:pt x="208396" y="344378"/>
                    </a:cubicBezTo>
                    <a:cubicBezTo>
                      <a:pt x="208400" y="344064"/>
                      <a:pt x="208392" y="343750"/>
                      <a:pt x="208372" y="343437"/>
                    </a:cubicBezTo>
                    <a:lnTo>
                      <a:pt x="208371" y="337159"/>
                    </a:lnTo>
                    <a:cubicBezTo>
                      <a:pt x="208398" y="330031"/>
                      <a:pt x="213156" y="323786"/>
                      <a:pt x="220028" y="321858"/>
                    </a:cubicBezTo>
                    <a:cubicBezTo>
                      <a:pt x="231741" y="318658"/>
                      <a:pt x="243006" y="314001"/>
                      <a:pt x="253556" y="307995"/>
                    </a:cubicBezTo>
                    <a:cubicBezTo>
                      <a:pt x="259773" y="304601"/>
                      <a:pt x="267481" y="305663"/>
                      <a:pt x="272546" y="310610"/>
                    </a:cubicBezTo>
                    <a:lnTo>
                      <a:pt x="276999" y="315057"/>
                    </a:lnTo>
                    <a:cubicBezTo>
                      <a:pt x="282003" y="319629"/>
                      <a:pt x="289675" y="319629"/>
                      <a:pt x="294680" y="315057"/>
                    </a:cubicBezTo>
                    <a:lnTo>
                      <a:pt x="317469" y="292301"/>
                    </a:lnTo>
                    <a:cubicBezTo>
                      <a:pt x="321967" y="287323"/>
                      <a:pt x="321967" y="279754"/>
                      <a:pt x="317469" y="274776"/>
                    </a:cubicBezTo>
                    <a:lnTo>
                      <a:pt x="313015" y="270329"/>
                    </a:lnTo>
                    <a:cubicBezTo>
                      <a:pt x="307936" y="265333"/>
                      <a:pt x="306861" y="257548"/>
                      <a:pt x="310396" y="251366"/>
                    </a:cubicBezTo>
                    <a:cubicBezTo>
                      <a:pt x="316313" y="240799"/>
                      <a:pt x="320931" y="229558"/>
                      <a:pt x="324147" y="217885"/>
                    </a:cubicBezTo>
                    <a:cubicBezTo>
                      <a:pt x="326078" y="211023"/>
                      <a:pt x="332332" y="206272"/>
                      <a:pt x="339471" y="206245"/>
                    </a:cubicBezTo>
                    <a:lnTo>
                      <a:pt x="345889" y="206245"/>
                    </a:lnTo>
                    <a:cubicBezTo>
                      <a:pt x="352619" y="205917"/>
                      <a:pt x="358002" y="200542"/>
                      <a:pt x="358331" y="193821"/>
                    </a:cubicBezTo>
                    <a:lnTo>
                      <a:pt x="358331" y="162041"/>
                    </a:lnTo>
                    <a:cubicBezTo>
                      <a:pt x="357981" y="155074"/>
                      <a:pt x="352219" y="149608"/>
                      <a:pt x="345234" y="149616"/>
                    </a:cubicBezTo>
                    <a:close/>
                    <a:moveTo>
                      <a:pt x="179166" y="286023"/>
                    </a:moveTo>
                    <a:cubicBezTo>
                      <a:pt x="119492" y="286023"/>
                      <a:pt x="71116" y="237716"/>
                      <a:pt x="71116" y="178127"/>
                    </a:cubicBezTo>
                    <a:cubicBezTo>
                      <a:pt x="71116" y="118538"/>
                      <a:pt x="119492" y="70231"/>
                      <a:pt x="179166" y="70231"/>
                    </a:cubicBezTo>
                    <a:cubicBezTo>
                      <a:pt x="238839" y="70231"/>
                      <a:pt x="287215" y="118538"/>
                      <a:pt x="287215" y="178127"/>
                    </a:cubicBezTo>
                    <a:cubicBezTo>
                      <a:pt x="287215" y="237716"/>
                      <a:pt x="238839" y="286023"/>
                      <a:pt x="179166" y="286023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52" name="Freeform 69"/>
              <p:cNvSpPr/>
              <p:nvPr>
                <p:custDataLst>
                  <p:tags r:id="rId41"/>
                </p:custDataLst>
              </p:nvPr>
            </p:nvSpPr>
            <p:spPr>
              <a:xfrm>
                <a:off x="5371350" y="2767327"/>
                <a:ext cx="167378" cy="167663"/>
              </a:xfrm>
              <a:custGeom>
                <a:avLst/>
                <a:gdLst>
                  <a:gd name="connsiteX0" fmla="*/ 161485 w 167378"/>
                  <a:gd name="connsiteY0" fmla="*/ 70230 h 167663"/>
                  <a:gd name="connsiteX1" fmla="*/ 158603 w 167378"/>
                  <a:gd name="connsiteY1" fmla="*/ 70230 h 167663"/>
                  <a:gd name="connsiteX2" fmla="*/ 151400 w 167378"/>
                  <a:gd name="connsiteY2" fmla="*/ 64738 h 167663"/>
                  <a:gd name="connsiteX3" fmla="*/ 144852 w 167378"/>
                  <a:gd name="connsiteY3" fmla="*/ 49044 h 167663"/>
                  <a:gd name="connsiteX4" fmla="*/ 146162 w 167378"/>
                  <a:gd name="connsiteY4" fmla="*/ 40150 h 167663"/>
                  <a:gd name="connsiteX5" fmla="*/ 148257 w 167378"/>
                  <a:gd name="connsiteY5" fmla="*/ 38058 h 167663"/>
                  <a:gd name="connsiteX6" fmla="*/ 148257 w 167378"/>
                  <a:gd name="connsiteY6" fmla="*/ 29819 h 167663"/>
                  <a:gd name="connsiteX7" fmla="*/ 137518 w 167378"/>
                  <a:gd name="connsiteY7" fmla="*/ 19094 h 167663"/>
                  <a:gd name="connsiteX8" fmla="*/ 129266 w 167378"/>
                  <a:gd name="connsiteY8" fmla="*/ 19094 h 167663"/>
                  <a:gd name="connsiteX9" fmla="*/ 127171 w 167378"/>
                  <a:gd name="connsiteY9" fmla="*/ 21187 h 167663"/>
                  <a:gd name="connsiteX10" fmla="*/ 118265 w 167378"/>
                  <a:gd name="connsiteY10" fmla="*/ 22364 h 167663"/>
                  <a:gd name="connsiteX11" fmla="*/ 102549 w 167378"/>
                  <a:gd name="connsiteY11" fmla="*/ 15955 h 167663"/>
                  <a:gd name="connsiteX12" fmla="*/ 97048 w 167378"/>
                  <a:gd name="connsiteY12" fmla="*/ 8762 h 167663"/>
                  <a:gd name="connsiteX13" fmla="*/ 97048 w 167378"/>
                  <a:gd name="connsiteY13" fmla="*/ 5754 h 167663"/>
                  <a:gd name="connsiteX14" fmla="*/ 91285 w 167378"/>
                  <a:gd name="connsiteY14" fmla="*/ 0 h 167663"/>
                  <a:gd name="connsiteX15" fmla="*/ 76093 w 167378"/>
                  <a:gd name="connsiteY15" fmla="*/ 0 h 167663"/>
                  <a:gd name="connsiteX16" fmla="*/ 70331 w 167378"/>
                  <a:gd name="connsiteY16" fmla="*/ 5754 h 167663"/>
                  <a:gd name="connsiteX17" fmla="*/ 70331 w 167378"/>
                  <a:gd name="connsiteY17" fmla="*/ 8762 h 167663"/>
                  <a:gd name="connsiteX18" fmla="*/ 64830 w 167378"/>
                  <a:gd name="connsiteY18" fmla="*/ 15955 h 167663"/>
                  <a:gd name="connsiteX19" fmla="*/ 49113 w 167378"/>
                  <a:gd name="connsiteY19" fmla="*/ 22364 h 167663"/>
                  <a:gd name="connsiteX20" fmla="*/ 40208 w 167378"/>
                  <a:gd name="connsiteY20" fmla="*/ 21187 h 167663"/>
                  <a:gd name="connsiteX21" fmla="*/ 38112 w 167378"/>
                  <a:gd name="connsiteY21" fmla="*/ 19094 h 167663"/>
                  <a:gd name="connsiteX22" fmla="*/ 29861 w 167378"/>
                  <a:gd name="connsiteY22" fmla="*/ 19094 h 167663"/>
                  <a:gd name="connsiteX23" fmla="*/ 19122 w 167378"/>
                  <a:gd name="connsiteY23" fmla="*/ 29819 h 167663"/>
                  <a:gd name="connsiteX24" fmla="*/ 19122 w 167378"/>
                  <a:gd name="connsiteY24" fmla="*/ 38058 h 167663"/>
                  <a:gd name="connsiteX25" fmla="*/ 21217 w 167378"/>
                  <a:gd name="connsiteY25" fmla="*/ 40150 h 167663"/>
                  <a:gd name="connsiteX26" fmla="*/ 22396 w 167378"/>
                  <a:gd name="connsiteY26" fmla="*/ 49044 h 167663"/>
                  <a:gd name="connsiteX27" fmla="*/ 15979 w 167378"/>
                  <a:gd name="connsiteY27" fmla="*/ 64738 h 167663"/>
                  <a:gd name="connsiteX28" fmla="*/ 8775 w 167378"/>
                  <a:gd name="connsiteY28" fmla="*/ 70230 h 167663"/>
                  <a:gd name="connsiteX29" fmla="*/ 5763 w 167378"/>
                  <a:gd name="connsiteY29" fmla="*/ 70230 h 167663"/>
                  <a:gd name="connsiteX30" fmla="*/ 0 w 167378"/>
                  <a:gd name="connsiteY30" fmla="*/ 75985 h 167663"/>
                  <a:gd name="connsiteX31" fmla="*/ 0 w 167378"/>
                  <a:gd name="connsiteY31" fmla="*/ 91156 h 167663"/>
                  <a:gd name="connsiteX32" fmla="*/ 5763 w 167378"/>
                  <a:gd name="connsiteY32" fmla="*/ 96910 h 167663"/>
                  <a:gd name="connsiteX33" fmla="*/ 8775 w 167378"/>
                  <a:gd name="connsiteY33" fmla="*/ 96910 h 167663"/>
                  <a:gd name="connsiteX34" fmla="*/ 15978 w 167378"/>
                  <a:gd name="connsiteY34" fmla="*/ 102403 h 167663"/>
                  <a:gd name="connsiteX35" fmla="*/ 22396 w 167378"/>
                  <a:gd name="connsiteY35" fmla="*/ 118097 h 167663"/>
                  <a:gd name="connsiteX36" fmla="*/ 21217 w 167378"/>
                  <a:gd name="connsiteY36" fmla="*/ 126990 h 167663"/>
                  <a:gd name="connsiteX37" fmla="*/ 19122 w 167378"/>
                  <a:gd name="connsiteY37" fmla="*/ 129083 h 167663"/>
                  <a:gd name="connsiteX38" fmla="*/ 19122 w 167378"/>
                  <a:gd name="connsiteY38" fmla="*/ 137322 h 167663"/>
                  <a:gd name="connsiteX39" fmla="*/ 29861 w 167378"/>
                  <a:gd name="connsiteY39" fmla="*/ 148046 h 167663"/>
                  <a:gd name="connsiteX40" fmla="*/ 38112 w 167378"/>
                  <a:gd name="connsiteY40" fmla="*/ 148046 h 167663"/>
                  <a:gd name="connsiteX41" fmla="*/ 40208 w 167378"/>
                  <a:gd name="connsiteY41" fmla="*/ 145954 h 167663"/>
                  <a:gd name="connsiteX42" fmla="*/ 49113 w 167378"/>
                  <a:gd name="connsiteY42" fmla="*/ 144646 h 167663"/>
                  <a:gd name="connsiteX43" fmla="*/ 64830 w 167378"/>
                  <a:gd name="connsiteY43" fmla="*/ 151185 h 167663"/>
                  <a:gd name="connsiteX44" fmla="*/ 70331 w 167378"/>
                  <a:gd name="connsiteY44" fmla="*/ 158378 h 167663"/>
                  <a:gd name="connsiteX45" fmla="*/ 70331 w 167378"/>
                  <a:gd name="connsiteY45" fmla="*/ 161779 h 167663"/>
                  <a:gd name="connsiteX46" fmla="*/ 76093 w 167378"/>
                  <a:gd name="connsiteY46" fmla="*/ 167664 h 167663"/>
                  <a:gd name="connsiteX47" fmla="*/ 91286 w 167378"/>
                  <a:gd name="connsiteY47" fmla="*/ 167664 h 167663"/>
                  <a:gd name="connsiteX48" fmla="*/ 96000 w 167378"/>
                  <a:gd name="connsiteY48" fmla="*/ 161779 h 167663"/>
                  <a:gd name="connsiteX49" fmla="*/ 96000 w 167378"/>
                  <a:gd name="connsiteY49" fmla="*/ 158901 h 167663"/>
                  <a:gd name="connsiteX50" fmla="*/ 101501 w 167378"/>
                  <a:gd name="connsiteY50" fmla="*/ 151708 h 167663"/>
                  <a:gd name="connsiteX51" fmla="*/ 117218 w 167378"/>
                  <a:gd name="connsiteY51" fmla="*/ 145169 h 167663"/>
                  <a:gd name="connsiteX52" fmla="*/ 126123 w 167378"/>
                  <a:gd name="connsiteY52" fmla="*/ 146477 h 167663"/>
                  <a:gd name="connsiteX53" fmla="*/ 128219 w 167378"/>
                  <a:gd name="connsiteY53" fmla="*/ 148569 h 167663"/>
                  <a:gd name="connsiteX54" fmla="*/ 136470 w 167378"/>
                  <a:gd name="connsiteY54" fmla="*/ 148569 h 167663"/>
                  <a:gd name="connsiteX55" fmla="*/ 147209 w 167378"/>
                  <a:gd name="connsiteY55" fmla="*/ 137845 h 167663"/>
                  <a:gd name="connsiteX56" fmla="*/ 147209 w 167378"/>
                  <a:gd name="connsiteY56" fmla="*/ 129606 h 167663"/>
                  <a:gd name="connsiteX57" fmla="*/ 145114 w 167378"/>
                  <a:gd name="connsiteY57" fmla="*/ 127513 h 167663"/>
                  <a:gd name="connsiteX58" fmla="*/ 143804 w 167378"/>
                  <a:gd name="connsiteY58" fmla="*/ 118620 h 167663"/>
                  <a:gd name="connsiteX59" fmla="*/ 150352 w 167378"/>
                  <a:gd name="connsiteY59" fmla="*/ 102926 h 167663"/>
                  <a:gd name="connsiteX60" fmla="*/ 157555 w 167378"/>
                  <a:gd name="connsiteY60" fmla="*/ 97433 h 167663"/>
                  <a:gd name="connsiteX61" fmla="*/ 161485 w 167378"/>
                  <a:gd name="connsiteY61" fmla="*/ 97433 h 167663"/>
                  <a:gd name="connsiteX62" fmla="*/ 167378 w 167378"/>
                  <a:gd name="connsiteY62" fmla="*/ 91679 h 167663"/>
                  <a:gd name="connsiteX63" fmla="*/ 167378 w 167378"/>
                  <a:gd name="connsiteY63" fmla="*/ 75854 h 167663"/>
                  <a:gd name="connsiteX64" fmla="*/ 161485 w 167378"/>
                  <a:gd name="connsiteY64" fmla="*/ 70230 h 167663"/>
                  <a:gd name="connsiteX65" fmla="*/ 82903 w 167378"/>
                  <a:gd name="connsiteY65" fmla="*/ 114566 h 167663"/>
                  <a:gd name="connsiteX66" fmla="*/ 51864 w 167378"/>
                  <a:gd name="connsiteY66" fmla="*/ 83309 h 167663"/>
                  <a:gd name="connsiteX67" fmla="*/ 83166 w 167378"/>
                  <a:gd name="connsiteY67" fmla="*/ 52314 h 167663"/>
                  <a:gd name="connsiteX68" fmla="*/ 114205 w 167378"/>
                  <a:gd name="connsiteY68" fmla="*/ 83309 h 167663"/>
                  <a:gd name="connsiteX69" fmla="*/ 82903 w 167378"/>
                  <a:gd name="connsiteY69" fmla="*/ 114566 h 167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</a:cxnLst>
                <a:rect l="l" t="t" r="r" b="b"/>
                <a:pathLst>
                  <a:path w="167378" h="167663">
                    <a:moveTo>
                      <a:pt x="161485" y="70230"/>
                    </a:moveTo>
                    <a:lnTo>
                      <a:pt x="158603" y="70230"/>
                    </a:lnTo>
                    <a:cubicBezTo>
                      <a:pt x="155236" y="70231"/>
                      <a:pt x="152286" y="67981"/>
                      <a:pt x="151400" y="64738"/>
                    </a:cubicBezTo>
                    <a:cubicBezTo>
                      <a:pt x="149901" y="59247"/>
                      <a:pt x="147700" y="53973"/>
                      <a:pt x="144852" y="49044"/>
                    </a:cubicBezTo>
                    <a:cubicBezTo>
                      <a:pt x="143293" y="46112"/>
                      <a:pt x="143823" y="42509"/>
                      <a:pt x="146162" y="40150"/>
                    </a:cubicBezTo>
                    <a:lnTo>
                      <a:pt x="148257" y="38058"/>
                    </a:lnTo>
                    <a:cubicBezTo>
                      <a:pt x="150503" y="35769"/>
                      <a:pt x="150503" y="32107"/>
                      <a:pt x="148257" y="29819"/>
                    </a:cubicBezTo>
                    <a:lnTo>
                      <a:pt x="137518" y="19094"/>
                    </a:lnTo>
                    <a:cubicBezTo>
                      <a:pt x="135226" y="16851"/>
                      <a:pt x="131558" y="16851"/>
                      <a:pt x="129266" y="19094"/>
                    </a:cubicBezTo>
                    <a:lnTo>
                      <a:pt x="127171" y="21187"/>
                    </a:lnTo>
                    <a:cubicBezTo>
                      <a:pt x="124818" y="23561"/>
                      <a:pt x="121155" y="24045"/>
                      <a:pt x="118265" y="22364"/>
                    </a:cubicBezTo>
                    <a:cubicBezTo>
                      <a:pt x="113287" y="19639"/>
                      <a:pt x="108014" y="17489"/>
                      <a:pt x="102549" y="15955"/>
                    </a:cubicBezTo>
                    <a:cubicBezTo>
                      <a:pt x="99301" y="15071"/>
                      <a:pt x="97047" y="12124"/>
                      <a:pt x="97048" y="8762"/>
                    </a:cubicBezTo>
                    <a:lnTo>
                      <a:pt x="97048" y="5754"/>
                    </a:lnTo>
                    <a:cubicBezTo>
                      <a:pt x="97048" y="2576"/>
                      <a:pt x="94468" y="0"/>
                      <a:pt x="91285" y="0"/>
                    </a:cubicBezTo>
                    <a:lnTo>
                      <a:pt x="76093" y="0"/>
                    </a:lnTo>
                    <a:cubicBezTo>
                      <a:pt x="72911" y="0"/>
                      <a:pt x="70331" y="2576"/>
                      <a:pt x="70331" y="5754"/>
                    </a:cubicBezTo>
                    <a:lnTo>
                      <a:pt x="70331" y="8762"/>
                    </a:lnTo>
                    <a:cubicBezTo>
                      <a:pt x="70331" y="12124"/>
                      <a:pt x="68078" y="15071"/>
                      <a:pt x="64830" y="15955"/>
                    </a:cubicBezTo>
                    <a:cubicBezTo>
                      <a:pt x="59356" y="17466"/>
                      <a:pt x="54081" y="19617"/>
                      <a:pt x="49113" y="22364"/>
                    </a:cubicBezTo>
                    <a:cubicBezTo>
                      <a:pt x="46223" y="24045"/>
                      <a:pt x="42560" y="23561"/>
                      <a:pt x="40208" y="21187"/>
                    </a:cubicBezTo>
                    <a:lnTo>
                      <a:pt x="38112" y="19094"/>
                    </a:lnTo>
                    <a:cubicBezTo>
                      <a:pt x="35820" y="16851"/>
                      <a:pt x="32153" y="16851"/>
                      <a:pt x="29861" y="19094"/>
                    </a:cubicBezTo>
                    <a:lnTo>
                      <a:pt x="19122" y="29819"/>
                    </a:lnTo>
                    <a:cubicBezTo>
                      <a:pt x="16875" y="32107"/>
                      <a:pt x="16875" y="35769"/>
                      <a:pt x="19122" y="38058"/>
                    </a:cubicBezTo>
                    <a:lnTo>
                      <a:pt x="21217" y="40150"/>
                    </a:lnTo>
                    <a:cubicBezTo>
                      <a:pt x="23595" y="42500"/>
                      <a:pt x="24080" y="46158"/>
                      <a:pt x="22396" y="49044"/>
                    </a:cubicBezTo>
                    <a:cubicBezTo>
                      <a:pt x="19645" y="54004"/>
                      <a:pt x="17491" y="59272"/>
                      <a:pt x="15979" y="64738"/>
                    </a:cubicBezTo>
                    <a:cubicBezTo>
                      <a:pt x="15093" y="67981"/>
                      <a:pt x="12142" y="70231"/>
                      <a:pt x="8775" y="70230"/>
                    </a:cubicBezTo>
                    <a:lnTo>
                      <a:pt x="5763" y="70230"/>
                    </a:lnTo>
                    <a:cubicBezTo>
                      <a:pt x="2580" y="70230"/>
                      <a:pt x="0" y="72807"/>
                      <a:pt x="0" y="75985"/>
                    </a:cubicBezTo>
                    <a:lnTo>
                      <a:pt x="0" y="91156"/>
                    </a:lnTo>
                    <a:cubicBezTo>
                      <a:pt x="0" y="94334"/>
                      <a:pt x="2580" y="96910"/>
                      <a:pt x="5763" y="96910"/>
                    </a:cubicBezTo>
                    <a:lnTo>
                      <a:pt x="8775" y="96910"/>
                    </a:lnTo>
                    <a:cubicBezTo>
                      <a:pt x="12142" y="96910"/>
                      <a:pt x="15093" y="99160"/>
                      <a:pt x="15978" y="102403"/>
                    </a:cubicBezTo>
                    <a:cubicBezTo>
                      <a:pt x="17514" y="107861"/>
                      <a:pt x="19667" y="113126"/>
                      <a:pt x="22396" y="118097"/>
                    </a:cubicBezTo>
                    <a:cubicBezTo>
                      <a:pt x="24079" y="120983"/>
                      <a:pt x="23595" y="124641"/>
                      <a:pt x="21217" y="126990"/>
                    </a:cubicBezTo>
                    <a:lnTo>
                      <a:pt x="19122" y="129083"/>
                    </a:lnTo>
                    <a:cubicBezTo>
                      <a:pt x="16875" y="131371"/>
                      <a:pt x="16875" y="135034"/>
                      <a:pt x="19122" y="137322"/>
                    </a:cubicBezTo>
                    <a:lnTo>
                      <a:pt x="29861" y="148046"/>
                    </a:lnTo>
                    <a:cubicBezTo>
                      <a:pt x="32153" y="150289"/>
                      <a:pt x="35821" y="150289"/>
                      <a:pt x="38112" y="148046"/>
                    </a:cubicBezTo>
                    <a:lnTo>
                      <a:pt x="40208" y="145954"/>
                    </a:lnTo>
                    <a:cubicBezTo>
                      <a:pt x="42570" y="143619"/>
                      <a:pt x="46178" y="143089"/>
                      <a:pt x="49113" y="144646"/>
                    </a:cubicBezTo>
                    <a:cubicBezTo>
                      <a:pt x="54049" y="147490"/>
                      <a:pt x="59332" y="149688"/>
                      <a:pt x="64830" y="151185"/>
                    </a:cubicBezTo>
                    <a:cubicBezTo>
                      <a:pt x="68078" y="152070"/>
                      <a:pt x="70331" y="155016"/>
                      <a:pt x="70331" y="158378"/>
                    </a:cubicBezTo>
                    <a:lnTo>
                      <a:pt x="70331" y="161779"/>
                    </a:lnTo>
                    <a:cubicBezTo>
                      <a:pt x="70330" y="164978"/>
                      <a:pt x="72889" y="167593"/>
                      <a:pt x="76093" y="167664"/>
                    </a:cubicBezTo>
                    <a:lnTo>
                      <a:pt x="91286" y="167664"/>
                    </a:lnTo>
                    <a:cubicBezTo>
                      <a:pt x="94074" y="167096"/>
                      <a:pt x="96058" y="164620"/>
                      <a:pt x="96000" y="161779"/>
                    </a:cubicBezTo>
                    <a:lnTo>
                      <a:pt x="96000" y="158901"/>
                    </a:lnTo>
                    <a:cubicBezTo>
                      <a:pt x="96000" y="155539"/>
                      <a:pt x="98253" y="152593"/>
                      <a:pt x="101501" y="151708"/>
                    </a:cubicBezTo>
                    <a:cubicBezTo>
                      <a:pt x="106991" y="150187"/>
                      <a:pt x="112270" y="147991"/>
                      <a:pt x="117218" y="145169"/>
                    </a:cubicBezTo>
                    <a:cubicBezTo>
                      <a:pt x="120153" y="143612"/>
                      <a:pt x="123761" y="144142"/>
                      <a:pt x="126123" y="146477"/>
                    </a:cubicBezTo>
                    <a:lnTo>
                      <a:pt x="128219" y="148569"/>
                    </a:lnTo>
                    <a:cubicBezTo>
                      <a:pt x="130510" y="150813"/>
                      <a:pt x="134178" y="150813"/>
                      <a:pt x="136470" y="148569"/>
                    </a:cubicBezTo>
                    <a:lnTo>
                      <a:pt x="147209" y="137845"/>
                    </a:lnTo>
                    <a:cubicBezTo>
                      <a:pt x="149455" y="135557"/>
                      <a:pt x="149455" y="131894"/>
                      <a:pt x="147209" y="129606"/>
                    </a:cubicBezTo>
                    <a:lnTo>
                      <a:pt x="145114" y="127513"/>
                    </a:lnTo>
                    <a:cubicBezTo>
                      <a:pt x="142776" y="125154"/>
                      <a:pt x="142245" y="121551"/>
                      <a:pt x="143804" y="118620"/>
                    </a:cubicBezTo>
                    <a:cubicBezTo>
                      <a:pt x="146629" y="113680"/>
                      <a:pt x="148829" y="108408"/>
                      <a:pt x="150352" y="102926"/>
                    </a:cubicBezTo>
                    <a:cubicBezTo>
                      <a:pt x="151238" y="99683"/>
                      <a:pt x="154189" y="97433"/>
                      <a:pt x="157555" y="97433"/>
                    </a:cubicBezTo>
                    <a:lnTo>
                      <a:pt x="161485" y="97433"/>
                    </a:lnTo>
                    <a:cubicBezTo>
                      <a:pt x="164689" y="97434"/>
                      <a:pt x="167307" y="94878"/>
                      <a:pt x="167378" y="91679"/>
                    </a:cubicBezTo>
                    <a:lnTo>
                      <a:pt x="167378" y="75854"/>
                    </a:lnTo>
                    <a:cubicBezTo>
                      <a:pt x="167238" y="72706"/>
                      <a:pt x="164640" y="70227"/>
                      <a:pt x="161485" y="70230"/>
                    </a:cubicBezTo>
                    <a:close/>
                    <a:moveTo>
                      <a:pt x="82903" y="114566"/>
                    </a:moveTo>
                    <a:cubicBezTo>
                      <a:pt x="65689" y="114493"/>
                      <a:pt x="51792" y="100499"/>
                      <a:pt x="51864" y="83309"/>
                    </a:cubicBezTo>
                    <a:cubicBezTo>
                      <a:pt x="51937" y="66118"/>
                      <a:pt x="65951" y="52241"/>
                      <a:pt x="83166" y="52314"/>
                    </a:cubicBezTo>
                    <a:cubicBezTo>
                      <a:pt x="100279" y="52386"/>
                      <a:pt x="114133" y="66221"/>
                      <a:pt x="114205" y="83309"/>
                    </a:cubicBezTo>
                    <a:cubicBezTo>
                      <a:pt x="114205" y="100572"/>
                      <a:pt x="100191" y="114566"/>
                      <a:pt x="82903" y="114566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53" name="Freeform 70"/>
              <p:cNvSpPr/>
              <p:nvPr>
                <p:custDataLst>
                  <p:tags r:id="rId42"/>
                </p:custDataLst>
              </p:nvPr>
            </p:nvSpPr>
            <p:spPr>
              <a:xfrm>
                <a:off x="5296541" y="2693697"/>
                <a:ext cx="97731" cy="96782"/>
              </a:xfrm>
              <a:custGeom>
                <a:avLst/>
                <a:gdLst>
                  <a:gd name="connsiteX0" fmla="*/ 3038 w 97731"/>
                  <a:gd name="connsiteY0" fmla="*/ 56106 h 96782"/>
                  <a:gd name="connsiteX1" fmla="*/ 4741 w 97731"/>
                  <a:gd name="connsiteY1" fmla="*/ 56106 h 96782"/>
                  <a:gd name="connsiteX2" fmla="*/ 8932 w 97731"/>
                  <a:gd name="connsiteY2" fmla="*/ 59245 h 96782"/>
                  <a:gd name="connsiteX3" fmla="*/ 12730 w 97731"/>
                  <a:gd name="connsiteY3" fmla="*/ 68400 h 96782"/>
                  <a:gd name="connsiteX4" fmla="*/ 11944 w 97731"/>
                  <a:gd name="connsiteY4" fmla="*/ 73500 h 96782"/>
                  <a:gd name="connsiteX5" fmla="*/ 10765 w 97731"/>
                  <a:gd name="connsiteY5" fmla="*/ 74808 h 96782"/>
                  <a:gd name="connsiteX6" fmla="*/ 10680 w 97731"/>
                  <a:gd name="connsiteY6" fmla="*/ 79431 h 96782"/>
                  <a:gd name="connsiteX7" fmla="*/ 10765 w 97731"/>
                  <a:gd name="connsiteY7" fmla="*/ 79516 h 96782"/>
                  <a:gd name="connsiteX8" fmla="*/ 17052 w 97731"/>
                  <a:gd name="connsiteY8" fmla="*/ 85794 h 96782"/>
                  <a:gd name="connsiteX9" fmla="*/ 21681 w 97731"/>
                  <a:gd name="connsiteY9" fmla="*/ 85879 h 96782"/>
                  <a:gd name="connsiteX10" fmla="*/ 21766 w 97731"/>
                  <a:gd name="connsiteY10" fmla="*/ 85794 h 96782"/>
                  <a:gd name="connsiteX11" fmla="*/ 22945 w 97731"/>
                  <a:gd name="connsiteY11" fmla="*/ 84486 h 96782"/>
                  <a:gd name="connsiteX12" fmla="*/ 28184 w 97731"/>
                  <a:gd name="connsiteY12" fmla="*/ 83832 h 96782"/>
                  <a:gd name="connsiteX13" fmla="*/ 37221 w 97731"/>
                  <a:gd name="connsiteY13" fmla="*/ 87625 h 96782"/>
                  <a:gd name="connsiteX14" fmla="*/ 40495 w 97731"/>
                  <a:gd name="connsiteY14" fmla="*/ 91679 h 96782"/>
                  <a:gd name="connsiteX15" fmla="*/ 40495 w 97731"/>
                  <a:gd name="connsiteY15" fmla="*/ 93510 h 96782"/>
                  <a:gd name="connsiteX16" fmla="*/ 43769 w 97731"/>
                  <a:gd name="connsiteY16" fmla="*/ 96779 h 96782"/>
                  <a:gd name="connsiteX17" fmla="*/ 52937 w 97731"/>
                  <a:gd name="connsiteY17" fmla="*/ 96779 h 96782"/>
                  <a:gd name="connsiteX18" fmla="*/ 56339 w 97731"/>
                  <a:gd name="connsiteY18" fmla="*/ 93643 h 96782"/>
                  <a:gd name="connsiteX19" fmla="*/ 56342 w 97731"/>
                  <a:gd name="connsiteY19" fmla="*/ 93510 h 96782"/>
                  <a:gd name="connsiteX20" fmla="*/ 56342 w 97731"/>
                  <a:gd name="connsiteY20" fmla="*/ 91548 h 96782"/>
                  <a:gd name="connsiteX21" fmla="*/ 59485 w 97731"/>
                  <a:gd name="connsiteY21" fmla="*/ 87494 h 96782"/>
                  <a:gd name="connsiteX22" fmla="*/ 68653 w 97731"/>
                  <a:gd name="connsiteY22" fmla="*/ 83701 h 96782"/>
                  <a:gd name="connsiteX23" fmla="*/ 73892 w 97731"/>
                  <a:gd name="connsiteY23" fmla="*/ 84355 h 96782"/>
                  <a:gd name="connsiteX24" fmla="*/ 75071 w 97731"/>
                  <a:gd name="connsiteY24" fmla="*/ 85663 h 96782"/>
                  <a:gd name="connsiteX25" fmla="*/ 79700 w 97731"/>
                  <a:gd name="connsiteY25" fmla="*/ 85748 h 96782"/>
                  <a:gd name="connsiteX26" fmla="*/ 79785 w 97731"/>
                  <a:gd name="connsiteY26" fmla="*/ 85663 h 96782"/>
                  <a:gd name="connsiteX27" fmla="*/ 86072 w 97731"/>
                  <a:gd name="connsiteY27" fmla="*/ 79385 h 96782"/>
                  <a:gd name="connsiteX28" fmla="*/ 86157 w 97731"/>
                  <a:gd name="connsiteY28" fmla="*/ 74762 h 96782"/>
                  <a:gd name="connsiteX29" fmla="*/ 86072 w 97731"/>
                  <a:gd name="connsiteY29" fmla="*/ 74677 h 96782"/>
                  <a:gd name="connsiteX30" fmla="*/ 84762 w 97731"/>
                  <a:gd name="connsiteY30" fmla="*/ 73369 h 96782"/>
                  <a:gd name="connsiteX31" fmla="*/ 84762 w 97731"/>
                  <a:gd name="connsiteY31" fmla="*/ 68269 h 96782"/>
                  <a:gd name="connsiteX32" fmla="*/ 88560 w 97731"/>
                  <a:gd name="connsiteY32" fmla="*/ 59114 h 96782"/>
                  <a:gd name="connsiteX33" fmla="*/ 92752 w 97731"/>
                  <a:gd name="connsiteY33" fmla="*/ 55975 h 96782"/>
                  <a:gd name="connsiteX34" fmla="*/ 94454 w 97731"/>
                  <a:gd name="connsiteY34" fmla="*/ 55975 h 96782"/>
                  <a:gd name="connsiteX35" fmla="*/ 97731 w 97731"/>
                  <a:gd name="connsiteY35" fmla="*/ 52708 h 96782"/>
                  <a:gd name="connsiteX36" fmla="*/ 97728 w 97731"/>
                  <a:gd name="connsiteY36" fmla="*/ 52575 h 96782"/>
                  <a:gd name="connsiteX37" fmla="*/ 97728 w 97731"/>
                  <a:gd name="connsiteY37" fmla="*/ 43812 h 96782"/>
                  <a:gd name="connsiteX38" fmla="*/ 94454 w 97731"/>
                  <a:gd name="connsiteY38" fmla="*/ 40543 h 96782"/>
                  <a:gd name="connsiteX39" fmla="*/ 92228 w 97731"/>
                  <a:gd name="connsiteY39" fmla="*/ 40543 h 96782"/>
                  <a:gd name="connsiteX40" fmla="*/ 88036 w 97731"/>
                  <a:gd name="connsiteY40" fmla="*/ 37273 h 96782"/>
                  <a:gd name="connsiteX41" fmla="*/ 84238 w 97731"/>
                  <a:gd name="connsiteY41" fmla="*/ 28249 h 96782"/>
                  <a:gd name="connsiteX42" fmla="*/ 84238 w 97731"/>
                  <a:gd name="connsiteY42" fmla="*/ 23018 h 96782"/>
                  <a:gd name="connsiteX43" fmla="*/ 85548 w 97731"/>
                  <a:gd name="connsiteY43" fmla="*/ 21841 h 96782"/>
                  <a:gd name="connsiteX44" fmla="*/ 85548 w 97731"/>
                  <a:gd name="connsiteY44" fmla="*/ 17002 h 96782"/>
                  <a:gd name="connsiteX45" fmla="*/ 79262 w 97731"/>
                  <a:gd name="connsiteY45" fmla="*/ 10855 h 96782"/>
                  <a:gd name="connsiteX46" fmla="*/ 74632 w 97731"/>
                  <a:gd name="connsiteY46" fmla="*/ 10770 h 96782"/>
                  <a:gd name="connsiteX47" fmla="*/ 74547 w 97731"/>
                  <a:gd name="connsiteY47" fmla="*/ 10855 h 96782"/>
                  <a:gd name="connsiteX48" fmla="*/ 73368 w 97731"/>
                  <a:gd name="connsiteY48" fmla="*/ 12032 h 96782"/>
                  <a:gd name="connsiteX49" fmla="*/ 68129 w 97731"/>
                  <a:gd name="connsiteY49" fmla="*/ 12817 h 96782"/>
                  <a:gd name="connsiteX50" fmla="*/ 58961 w 97731"/>
                  <a:gd name="connsiteY50" fmla="*/ 9024 h 96782"/>
                  <a:gd name="connsiteX51" fmla="*/ 55818 w 97731"/>
                  <a:gd name="connsiteY51" fmla="*/ 4839 h 96782"/>
                  <a:gd name="connsiteX52" fmla="*/ 55818 w 97731"/>
                  <a:gd name="connsiteY52" fmla="*/ 3139 h 96782"/>
                  <a:gd name="connsiteX53" fmla="*/ 52937 w 97731"/>
                  <a:gd name="connsiteY53" fmla="*/ 0 h 96782"/>
                  <a:gd name="connsiteX54" fmla="*/ 44162 w 97731"/>
                  <a:gd name="connsiteY54" fmla="*/ 0 h 96782"/>
                  <a:gd name="connsiteX55" fmla="*/ 40888 w 97731"/>
                  <a:gd name="connsiteY55" fmla="*/ 3400 h 96782"/>
                  <a:gd name="connsiteX56" fmla="*/ 40888 w 97731"/>
                  <a:gd name="connsiteY56" fmla="*/ 5101 h 96782"/>
                  <a:gd name="connsiteX57" fmla="*/ 37613 w 97731"/>
                  <a:gd name="connsiteY57" fmla="*/ 9286 h 96782"/>
                  <a:gd name="connsiteX58" fmla="*/ 28577 w 97731"/>
                  <a:gd name="connsiteY58" fmla="*/ 13078 h 96782"/>
                  <a:gd name="connsiteX59" fmla="*/ 23338 w 97731"/>
                  <a:gd name="connsiteY59" fmla="*/ 12294 h 96782"/>
                  <a:gd name="connsiteX60" fmla="*/ 22159 w 97731"/>
                  <a:gd name="connsiteY60" fmla="*/ 11117 h 96782"/>
                  <a:gd name="connsiteX61" fmla="*/ 17530 w 97731"/>
                  <a:gd name="connsiteY61" fmla="*/ 11031 h 96782"/>
                  <a:gd name="connsiteX62" fmla="*/ 17445 w 97731"/>
                  <a:gd name="connsiteY62" fmla="*/ 11117 h 96782"/>
                  <a:gd name="connsiteX63" fmla="*/ 11158 w 97731"/>
                  <a:gd name="connsiteY63" fmla="*/ 17263 h 96782"/>
                  <a:gd name="connsiteX64" fmla="*/ 11158 w 97731"/>
                  <a:gd name="connsiteY64" fmla="*/ 22102 h 96782"/>
                  <a:gd name="connsiteX65" fmla="*/ 12337 w 97731"/>
                  <a:gd name="connsiteY65" fmla="*/ 23279 h 96782"/>
                  <a:gd name="connsiteX66" fmla="*/ 13122 w 97731"/>
                  <a:gd name="connsiteY66" fmla="*/ 28511 h 96782"/>
                  <a:gd name="connsiteX67" fmla="*/ 9324 w 97731"/>
                  <a:gd name="connsiteY67" fmla="*/ 37535 h 96782"/>
                  <a:gd name="connsiteX68" fmla="*/ 5133 w 97731"/>
                  <a:gd name="connsiteY68" fmla="*/ 40804 h 96782"/>
                  <a:gd name="connsiteX69" fmla="*/ 3431 w 97731"/>
                  <a:gd name="connsiteY69" fmla="*/ 40804 h 96782"/>
                  <a:gd name="connsiteX70" fmla="*/ 25 w 97731"/>
                  <a:gd name="connsiteY70" fmla="*/ 44074 h 96782"/>
                  <a:gd name="connsiteX71" fmla="*/ 25 w 97731"/>
                  <a:gd name="connsiteY71" fmla="*/ 52313 h 96782"/>
                  <a:gd name="connsiteX72" fmla="*/ 2993 w 97731"/>
                  <a:gd name="connsiteY72" fmla="*/ 56101 h 96782"/>
                  <a:gd name="connsiteX73" fmla="*/ 3038 w 97731"/>
                  <a:gd name="connsiteY73" fmla="*/ 56106 h 96782"/>
                  <a:gd name="connsiteX74" fmla="*/ 48222 w 97731"/>
                  <a:gd name="connsiteY74" fmla="*/ 29949 h 96782"/>
                  <a:gd name="connsiteX75" fmla="*/ 66296 w 97731"/>
                  <a:gd name="connsiteY75" fmla="*/ 47997 h 96782"/>
                  <a:gd name="connsiteX76" fmla="*/ 48222 w 97731"/>
                  <a:gd name="connsiteY76" fmla="*/ 66045 h 96782"/>
                  <a:gd name="connsiteX77" fmla="*/ 30148 w 97731"/>
                  <a:gd name="connsiteY77" fmla="*/ 47997 h 96782"/>
                  <a:gd name="connsiteX78" fmla="*/ 48222 w 97731"/>
                  <a:gd name="connsiteY78" fmla="*/ 30342 h 96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</a:cxnLst>
                <a:rect l="l" t="t" r="r" b="b"/>
                <a:pathLst>
                  <a:path w="97731" h="96782">
                    <a:moveTo>
                      <a:pt x="3038" y="56106"/>
                    </a:moveTo>
                    <a:lnTo>
                      <a:pt x="4741" y="56106"/>
                    </a:lnTo>
                    <a:cubicBezTo>
                      <a:pt x="6686" y="56091"/>
                      <a:pt x="8401" y="57376"/>
                      <a:pt x="8932" y="59245"/>
                    </a:cubicBezTo>
                    <a:cubicBezTo>
                      <a:pt x="9845" y="62431"/>
                      <a:pt x="11119" y="65502"/>
                      <a:pt x="12730" y="68400"/>
                    </a:cubicBezTo>
                    <a:cubicBezTo>
                      <a:pt x="13674" y="70078"/>
                      <a:pt x="13349" y="72183"/>
                      <a:pt x="11944" y="73500"/>
                    </a:cubicBezTo>
                    <a:lnTo>
                      <a:pt x="10765" y="74808"/>
                    </a:lnTo>
                    <a:cubicBezTo>
                      <a:pt x="9463" y="76061"/>
                      <a:pt x="9425" y="78131"/>
                      <a:pt x="10680" y="79431"/>
                    </a:cubicBezTo>
                    <a:cubicBezTo>
                      <a:pt x="10708" y="79460"/>
                      <a:pt x="10736" y="79488"/>
                      <a:pt x="10765" y="79516"/>
                    </a:cubicBezTo>
                    <a:lnTo>
                      <a:pt x="17052" y="85794"/>
                    </a:lnTo>
                    <a:cubicBezTo>
                      <a:pt x="18307" y="87094"/>
                      <a:pt x="20379" y="87132"/>
                      <a:pt x="21681" y="85879"/>
                    </a:cubicBezTo>
                    <a:cubicBezTo>
                      <a:pt x="21710" y="85851"/>
                      <a:pt x="21738" y="85823"/>
                      <a:pt x="21766" y="85794"/>
                    </a:cubicBezTo>
                    <a:lnTo>
                      <a:pt x="22945" y="84486"/>
                    </a:lnTo>
                    <a:cubicBezTo>
                      <a:pt x="24377" y="83185"/>
                      <a:pt x="26475" y="82923"/>
                      <a:pt x="28184" y="83832"/>
                    </a:cubicBezTo>
                    <a:cubicBezTo>
                      <a:pt x="31051" y="85417"/>
                      <a:pt x="34081" y="86688"/>
                      <a:pt x="37221" y="87625"/>
                    </a:cubicBezTo>
                    <a:cubicBezTo>
                      <a:pt x="39097" y="88092"/>
                      <a:pt x="40435" y="89748"/>
                      <a:pt x="40495" y="91679"/>
                    </a:cubicBezTo>
                    <a:lnTo>
                      <a:pt x="40495" y="93510"/>
                    </a:lnTo>
                    <a:cubicBezTo>
                      <a:pt x="40495" y="95316"/>
                      <a:pt x="41961" y="96779"/>
                      <a:pt x="43769" y="96779"/>
                    </a:cubicBezTo>
                    <a:lnTo>
                      <a:pt x="52937" y="96779"/>
                    </a:lnTo>
                    <a:cubicBezTo>
                      <a:pt x="54744" y="96852"/>
                      <a:pt x="56267" y="95448"/>
                      <a:pt x="56339" y="93643"/>
                    </a:cubicBezTo>
                    <a:cubicBezTo>
                      <a:pt x="56341" y="93599"/>
                      <a:pt x="56342" y="93554"/>
                      <a:pt x="56342" y="93510"/>
                    </a:cubicBezTo>
                    <a:lnTo>
                      <a:pt x="56342" y="91548"/>
                    </a:lnTo>
                    <a:cubicBezTo>
                      <a:pt x="56385" y="89654"/>
                      <a:pt x="57660" y="88010"/>
                      <a:pt x="59485" y="87494"/>
                    </a:cubicBezTo>
                    <a:cubicBezTo>
                      <a:pt x="62676" y="86582"/>
                      <a:pt x="65752" y="85310"/>
                      <a:pt x="68653" y="83701"/>
                    </a:cubicBezTo>
                    <a:cubicBezTo>
                      <a:pt x="70363" y="82792"/>
                      <a:pt x="72460" y="83054"/>
                      <a:pt x="73892" y="84355"/>
                    </a:cubicBezTo>
                    <a:lnTo>
                      <a:pt x="75071" y="85663"/>
                    </a:lnTo>
                    <a:cubicBezTo>
                      <a:pt x="76326" y="86963"/>
                      <a:pt x="78398" y="87001"/>
                      <a:pt x="79700" y="85748"/>
                    </a:cubicBezTo>
                    <a:cubicBezTo>
                      <a:pt x="79729" y="85720"/>
                      <a:pt x="79757" y="85692"/>
                      <a:pt x="79785" y="85663"/>
                    </a:cubicBezTo>
                    <a:lnTo>
                      <a:pt x="86072" y="79385"/>
                    </a:lnTo>
                    <a:cubicBezTo>
                      <a:pt x="87374" y="78132"/>
                      <a:pt x="87412" y="76062"/>
                      <a:pt x="86157" y="74762"/>
                    </a:cubicBezTo>
                    <a:cubicBezTo>
                      <a:pt x="86129" y="74733"/>
                      <a:pt x="86101" y="74705"/>
                      <a:pt x="86072" y="74677"/>
                    </a:cubicBezTo>
                    <a:lnTo>
                      <a:pt x="84762" y="73369"/>
                    </a:lnTo>
                    <a:cubicBezTo>
                      <a:pt x="83649" y="71851"/>
                      <a:pt x="83649" y="69787"/>
                      <a:pt x="84762" y="68269"/>
                    </a:cubicBezTo>
                    <a:cubicBezTo>
                      <a:pt x="86373" y="65371"/>
                      <a:pt x="87647" y="62300"/>
                      <a:pt x="88560" y="59114"/>
                    </a:cubicBezTo>
                    <a:cubicBezTo>
                      <a:pt x="89091" y="57245"/>
                      <a:pt x="90806" y="55960"/>
                      <a:pt x="92752" y="55975"/>
                    </a:cubicBezTo>
                    <a:lnTo>
                      <a:pt x="94454" y="55975"/>
                    </a:lnTo>
                    <a:cubicBezTo>
                      <a:pt x="96262" y="55977"/>
                      <a:pt x="97730" y="54514"/>
                      <a:pt x="97731" y="52708"/>
                    </a:cubicBezTo>
                    <a:cubicBezTo>
                      <a:pt x="97731" y="52664"/>
                      <a:pt x="97730" y="52619"/>
                      <a:pt x="97728" y="52575"/>
                    </a:cubicBezTo>
                    <a:lnTo>
                      <a:pt x="97728" y="43812"/>
                    </a:lnTo>
                    <a:cubicBezTo>
                      <a:pt x="97728" y="42007"/>
                      <a:pt x="96262" y="40543"/>
                      <a:pt x="94454" y="40543"/>
                    </a:cubicBezTo>
                    <a:lnTo>
                      <a:pt x="92228" y="40543"/>
                    </a:lnTo>
                    <a:cubicBezTo>
                      <a:pt x="90245" y="40542"/>
                      <a:pt x="88517" y="39194"/>
                      <a:pt x="88036" y="37273"/>
                    </a:cubicBezTo>
                    <a:cubicBezTo>
                      <a:pt x="87099" y="34138"/>
                      <a:pt x="85825" y="31112"/>
                      <a:pt x="84238" y="28249"/>
                    </a:cubicBezTo>
                    <a:cubicBezTo>
                      <a:pt x="83142" y="26677"/>
                      <a:pt x="83142" y="24590"/>
                      <a:pt x="84238" y="23018"/>
                    </a:cubicBezTo>
                    <a:lnTo>
                      <a:pt x="85548" y="21841"/>
                    </a:lnTo>
                    <a:cubicBezTo>
                      <a:pt x="86829" y="20481"/>
                      <a:pt x="86829" y="18361"/>
                      <a:pt x="85548" y="17002"/>
                    </a:cubicBezTo>
                    <a:lnTo>
                      <a:pt x="79262" y="10855"/>
                    </a:lnTo>
                    <a:cubicBezTo>
                      <a:pt x="78007" y="9555"/>
                      <a:pt x="75934" y="9517"/>
                      <a:pt x="74632" y="10770"/>
                    </a:cubicBezTo>
                    <a:cubicBezTo>
                      <a:pt x="74603" y="10798"/>
                      <a:pt x="74575" y="10826"/>
                      <a:pt x="74547" y="10855"/>
                    </a:cubicBezTo>
                    <a:lnTo>
                      <a:pt x="73368" y="12032"/>
                    </a:lnTo>
                    <a:cubicBezTo>
                      <a:pt x="71984" y="13415"/>
                      <a:pt x="69858" y="13734"/>
                      <a:pt x="68129" y="12817"/>
                    </a:cubicBezTo>
                    <a:cubicBezTo>
                      <a:pt x="65228" y="11208"/>
                      <a:pt x="62152" y="9936"/>
                      <a:pt x="58961" y="9024"/>
                    </a:cubicBezTo>
                    <a:cubicBezTo>
                      <a:pt x="57090" y="8494"/>
                      <a:pt x="55803" y="6781"/>
                      <a:pt x="55818" y="4839"/>
                    </a:cubicBezTo>
                    <a:lnTo>
                      <a:pt x="55818" y="3139"/>
                    </a:lnTo>
                    <a:cubicBezTo>
                      <a:pt x="55714" y="1547"/>
                      <a:pt x="54516" y="242"/>
                      <a:pt x="52937" y="0"/>
                    </a:cubicBezTo>
                    <a:lnTo>
                      <a:pt x="44162" y="0"/>
                    </a:lnTo>
                    <a:cubicBezTo>
                      <a:pt x="42332" y="70"/>
                      <a:pt x="40886" y="1572"/>
                      <a:pt x="40888" y="3400"/>
                    </a:cubicBezTo>
                    <a:lnTo>
                      <a:pt x="40888" y="5101"/>
                    </a:lnTo>
                    <a:cubicBezTo>
                      <a:pt x="40887" y="7080"/>
                      <a:pt x="39537" y="8806"/>
                      <a:pt x="37613" y="9286"/>
                    </a:cubicBezTo>
                    <a:cubicBezTo>
                      <a:pt x="34473" y="10222"/>
                      <a:pt x="31443" y="11493"/>
                      <a:pt x="28577" y="13078"/>
                    </a:cubicBezTo>
                    <a:cubicBezTo>
                      <a:pt x="26847" y="13995"/>
                      <a:pt x="24722" y="13677"/>
                      <a:pt x="23338" y="12294"/>
                    </a:cubicBezTo>
                    <a:lnTo>
                      <a:pt x="22159" y="11117"/>
                    </a:lnTo>
                    <a:cubicBezTo>
                      <a:pt x="20904" y="9816"/>
                      <a:pt x="18831" y="9778"/>
                      <a:pt x="17530" y="11031"/>
                    </a:cubicBezTo>
                    <a:cubicBezTo>
                      <a:pt x="17501" y="11059"/>
                      <a:pt x="17472" y="11088"/>
                      <a:pt x="17445" y="11117"/>
                    </a:cubicBezTo>
                    <a:lnTo>
                      <a:pt x="11158" y="17263"/>
                    </a:lnTo>
                    <a:cubicBezTo>
                      <a:pt x="9877" y="18623"/>
                      <a:pt x="9877" y="20743"/>
                      <a:pt x="11158" y="22102"/>
                    </a:cubicBezTo>
                    <a:lnTo>
                      <a:pt x="12337" y="23279"/>
                    </a:lnTo>
                    <a:cubicBezTo>
                      <a:pt x="13721" y="24661"/>
                      <a:pt x="14040" y="26784"/>
                      <a:pt x="13122" y="28511"/>
                    </a:cubicBezTo>
                    <a:cubicBezTo>
                      <a:pt x="11535" y="31374"/>
                      <a:pt x="10262" y="34399"/>
                      <a:pt x="9324" y="37535"/>
                    </a:cubicBezTo>
                    <a:cubicBezTo>
                      <a:pt x="8843" y="39455"/>
                      <a:pt x="7116" y="40803"/>
                      <a:pt x="5133" y="40804"/>
                    </a:cubicBezTo>
                    <a:lnTo>
                      <a:pt x="3431" y="40804"/>
                    </a:lnTo>
                    <a:cubicBezTo>
                      <a:pt x="1600" y="40803"/>
                      <a:pt x="96" y="42247"/>
                      <a:pt x="25" y="44074"/>
                    </a:cubicBezTo>
                    <a:lnTo>
                      <a:pt x="25" y="52313"/>
                    </a:lnTo>
                    <a:cubicBezTo>
                      <a:pt x="-202" y="54177"/>
                      <a:pt x="1126" y="55873"/>
                      <a:pt x="2993" y="56101"/>
                    </a:cubicBezTo>
                    <a:cubicBezTo>
                      <a:pt x="3008" y="56103"/>
                      <a:pt x="3023" y="56104"/>
                      <a:pt x="3038" y="56106"/>
                    </a:cubicBezTo>
                    <a:close/>
                    <a:moveTo>
                      <a:pt x="48222" y="29949"/>
                    </a:moveTo>
                    <a:cubicBezTo>
                      <a:pt x="58204" y="29949"/>
                      <a:pt x="66296" y="38030"/>
                      <a:pt x="66296" y="47997"/>
                    </a:cubicBezTo>
                    <a:cubicBezTo>
                      <a:pt x="66296" y="57965"/>
                      <a:pt x="58204" y="66045"/>
                      <a:pt x="48222" y="66045"/>
                    </a:cubicBezTo>
                    <a:cubicBezTo>
                      <a:pt x="38241" y="66045"/>
                      <a:pt x="30148" y="57965"/>
                      <a:pt x="30148" y="47997"/>
                    </a:cubicBezTo>
                    <a:cubicBezTo>
                      <a:pt x="30362" y="38183"/>
                      <a:pt x="38392" y="30339"/>
                      <a:pt x="48222" y="30342"/>
                    </a:cubicBez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</p:grpSp>
        <p:sp>
          <p:nvSpPr>
            <p:cNvPr id="29" name="Freeform 71"/>
            <p:cNvSpPr/>
            <p:nvPr>
              <p:custDataLst>
                <p:tags r:id="rId43"/>
              </p:custDataLst>
            </p:nvPr>
          </p:nvSpPr>
          <p:spPr>
            <a:xfrm>
              <a:off x="6588184" y="4949009"/>
              <a:ext cx="624566" cy="341238"/>
            </a:xfrm>
            <a:custGeom>
              <a:avLst/>
              <a:gdLst>
                <a:gd name="connsiteX0" fmla="*/ 623018 w 624566"/>
                <a:gd name="connsiteY0" fmla="*/ 183750 h 341238"/>
                <a:gd name="connsiteX1" fmla="*/ 541818 w 624566"/>
                <a:gd name="connsiteY1" fmla="*/ 15432 h 341238"/>
                <a:gd name="connsiteX2" fmla="*/ 530627 w 624566"/>
                <a:gd name="connsiteY2" fmla="*/ 11528 h 341238"/>
                <a:gd name="connsiteX3" fmla="*/ 530162 w 624566"/>
                <a:gd name="connsiteY3" fmla="*/ 11770 h 341238"/>
                <a:gd name="connsiteX4" fmla="*/ 468344 w 624566"/>
                <a:gd name="connsiteY4" fmla="*/ 44858 h 341238"/>
                <a:gd name="connsiteX5" fmla="*/ 477119 w 624566"/>
                <a:gd name="connsiteY5" fmla="*/ 57937 h 341238"/>
                <a:gd name="connsiteX6" fmla="*/ 456426 w 624566"/>
                <a:gd name="connsiteY6" fmla="*/ 67615 h 341238"/>
                <a:gd name="connsiteX7" fmla="*/ 459569 w 624566"/>
                <a:gd name="connsiteY7" fmla="*/ 16609 h 341238"/>
                <a:gd name="connsiteX8" fmla="*/ 451842 w 624566"/>
                <a:gd name="connsiteY8" fmla="*/ 9286 h 341238"/>
                <a:gd name="connsiteX9" fmla="*/ 416219 w 624566"/>
                <a:gd name="connsiteY9" fmla="*/ 22364 h 341238"/>
                <a:gd name="connsiteX10" fmla="*/ 405086 w 624566"/>
                <a:gd name="connsiteY10" fmla="*/ 28772 h 341238"/>
                <a:gd name="connsiteX11" fmla="*/ 387536 w 624566"/>
                <a:gd name="connsiteY11" fmla="*/ 33350 h 341238"/>
                <a:gd name="connsiteX12" fmla="*/ 386751 w 624566"/>
                <a:gd name="connsiteY12" fmla="*/ 33350 h 341238"/>
                <a:gd name="connsiteX13" fmla="*/ 368415 w 624566"/>
                <a:gd name="connsiteY13" fmla="*/ 26810 h 341238"/>
                <a:gd name="connsiteX14" fmla="*/ 295465 w 624566"/>
                <a:gd name="connsiteY14" fmla="*/ 26157 h 341238"/>
                <a:gd name="connsiteX15" fmla="*/ 276999 w 624566"/>
                <a:gd name="connsiteY15" fmla="*/ 47605 h 341238"/>
                <a:gd name="connsiteX16" fmla="*/ 194489 w 624566"/>
                <a:gd name="connsiteY16" fmla="*/ 53752 h 341238"/>
                <a:gd name="connsiteX17" fmla="*/ 130314 w 624566"/>
                <a:gd name="connsiteY17" fmla="*/ 42897 h 341238"/>
                <a:gd name="connsiteX18" fmla="*/ 131362 w 624566"/>
                <a:gd name="connsiteY18" fmla="*/ 29165 h 341238"/>
                <a:gd name="connsiteX19" fmla="*/ 131362 w 624566"/>
                <a:gd name="connsiteY19" fmla="*/ 25110 h 341238"/>
                <a:gd name="connsiteX20" fmla="*/ 75962 w 624566"/>
                <a:gd name="connsiteY20" fmla="*/ 0 h 341238"/>
                <a:gd name="connsiteX21" fmla="*/ 73997 w 624566"/>
                <a:gd name="connsiteY21" fmla="*/ 6670 h 341238"/>
                <a:gd name="connsiteX22" fmla="*/ 5632 w 624566"/>
                <a:gd name="connsiteY22" fmla="*/ 191074 h 341238"/>
                <a:gd name="connsiteX23" fmla="*/ 0 w 624566"/>
                <a:gd name="connsiteY23" fmla="*/ 196305 h 341238"/>
                <a:gd name="connsiteX24" fmla="*/ 66663 w 624566"/>
                <a:gd name="connsiteY24" fmla="*/ 238286 h 341238"/>
                <a:gd name="connsiteX25" fmla="*/ 70068 w 624566"/>
                <a:gd name="connsiteY25" fmla="*/ 234101 h 341238"/>
                <a:gd name="connsiteX26" fmla="*/ 89975 w 624566"/>
                <a:gd name="connsiteY26" fmla="*/ 201144 h 341238"/>
                <a:gd name="connsiteX27" fmla="*/ 125075 w 624566"/>
                <a:gd name="connsiteY27" fmla="*/ 223508 h 341238"/>
                <a:gd name="connsiteX28" fmla="*/ 111978 w 624566"/>
                <a:gd name="connsiteY28" fmla="*/ 256858 h 341238"/>
                <a:gd name="connsiteX29" fmla="*/ 172224 w 624566"/>
                <a:gd name="connsiteY29" fmla="*/ 256073 h 341238"/>
                <a:gd name="connsiteX30" fmla="*/ 181261 w 624566"/>
                <a:gd name="connsiteY30" fmla="*/ 280399 h 341238"/>
                <a:gd name="connsiteX31" fmla="*/ 216622 w 624566"/>
                <a:gd name="connsiteY31" fmla="*/ 285891 h 341238"/>
                <a:gd name="connsiteX32" fmla="*/ 224218 w 624566"/>
                <a:gd name="connsiteY32" fmla="*/ 307340 h 341238"/>
                <a:gd name="connsiteX33" fmla="*/ 250412 w 624566"/>
                <a:gd name="connsiteY33" fmla="*/ 309433 h 341238"/>
                <a:gd name="connsiteX34" fmla="*/ 260890 w 624566"/>
                <a:gd name="connsiteY34" fmla="*/ 332974 h 341238"/>
                <a:gd name="connsiteX35" fmla="*/ 285119 w 624566"/>
                <a:gd name="connsiteY35" fmla="*/ 324603 h 341238"/>
                <a:gd name="connsiteX36" fmla="*/ 339209 w 624566"/>
                <a:gd name="connsiteY36" fmla="*/ 341213 h 341238"/>
                <a:gd name="connsiteX37" fmla="*/ 359247 w 624566"/>
                <a:gd name="connsiteY37" fmla="*/ 323949 h 341238"/>
                <a:gd name="connsiteX38" fmla="*/ 402336 w 624566"/>
                <a:gd name="connsiteY38" fmla="*/ 323949 h 341238"/>
                <a:gd name="connsiteX39" fmla="*/ 413337 w 624566"/>
                <a:gd name="connsiteY39" fmla="*/ 296223 h 341238"/>
                <a:gd name="connsiteX40" fmla="*/ 448044 w 624566"/>
                <a:gd name="connsiteY40" fmla="*/ 296223 h 341238"/>
                <a:gd name="connsiteX41" fmla="*/ 458522 w 624566"/>
                <a:gd name="connsiteY41" fmla="*/ 265751 h 341238"/>
                <a:gd name="connsiteX42" fmla="*/ 496634 w 624566"/>
                <a:gd name="connsiteY42" fmla="*/ 261697 h 341238"/>
                <a:gd name="connsiteX43" fmla="*/ 503575 w 624566"/>
                <a:gd name="connsiteY43" fmla="*/ 218669 h 341238"/>
                <a:gd name="connsiteX44" fmla="*/ 536186 w 624566"/>
                <a:gd name="connsiteY44" fmla="*/ 199313 h 341238"/>
                <a:gd name="connsiteX45" fmla="*/ 547580 w 624566"/>
                <a:gd name="connsiteY45" fmla="*/ 231486 h 341238"/>
                <a:gd name="connsiteX46" fmla="*/ 557323 w 624566"/>
                <a:gd name="connsiteY46" fmla="*/ 236004 h 341238"/>
                <a:gd name="connsiteX47" fmla="*/ 558582 w 624566"/>
                <a:gd name="connsiteY47" fmla="*/ 235409 h 341238"/>
                <a:gd name="connsiteX48" fmla="*/ 618958 w 624566"/>
                <a:gd name="connsiteY48" fmla="*/ 199052 h 341238"/>
                <a:gd name="connsiteX49" fmla="*/ 623096 w 624566"/>
                <a:gd name="connsiteY49" fmla="*/ 183883 h 341238"/>
                <a:gd name="connsiteX50" fmla="*/ 623018 w 624566"/>
                <a:gd name="connsiteY50" fmla="*/ 183750 h 341238"/>
                <a:gd name="connsiteX51" fmla="*/ 410849 w 624566"/>
                <a:gd name="connsiteY51" fmla="*/ 39104 h 341238"/>
                <a:gd name="connsiteX52" fmla="*/ 422505 w 624566"/>
                <a:gd name="connsiteY52" fmla="*/ 32303 h 341238"/>
                <a:gd name="connsiteX53" fmla="*/ 442675 w 624566"/>
                <a:gd name="connsiteY53" fmla="*/ 21841 h 341238"/>
                <a:gd name="connsiteX54" fmla="*/ 449435 w 624566"/>
                <a:gd name="connsiteY54" fmla="*/ 25295 h 341238"/>
                <a:gd name="connsiteX55" fmla="*/ 449616 w 624566"/>
                <a:gd name="connsiteY55" fmla="*/ 26025 h 341238"/>
                <a:gd name="connsiteX56" fmla="*/ 440448 w 624566"/>
                <a:gd name="connsiteY56" fmla="*/ 68138 h 341238"/>
                <a:gd name="connsiteX57" fmla="*/ 440448 w 624566"/>
                <a:gd name="connsiteY57" fmla="*/ 68138 h 341238"/>
                <a:gd name="connsiteX58" fmla="*/ 440448 w 624566"/>
                <a:gd name="connsiteY58" fmla="*/ 68138 h 341238"/>
                <a:gd name="connsiteX59" fmla="*/ 400110 w 624566"/>
                <a:gd name="connsiteY59" fmla="*/ 41981 h 341238"/>
                <a:gd name="connsiteX60" fmla="*/ 410849 w 624566"/>
                <a:gd name="connsiteY60" fmla="*/ 39104 h 341238"/>
                <a:gd name="connsiteX61" fmla="*/ 64044 w 624566"/>
                <a:gd name="connsiteY61" fmla="*/ 221285 h 341238"/>
                <a:gd name="connsiteX62" fmla="*/ 18990 w 624566"/>
                <a:gd name="connsiteY62" fmla="*/ 192905 h 341238"/>
                <a:gd name="connsiteX63" fmla="*/ 83820 w 624566"/>
                <a:gd name="connsiteY63" fmla="*/ 15825 h 341238"/>
                <a:gd name="connsiteX64" fmla="*/ 119051 w 624566"/>
                <a:gd name="connsiteY64" fmla="*/ 31780 h 341238"/>
                <a:gd name="connsiteX65" fmla="*/ 64044 w 624566"/>
                <a:gd name="connsiteY65" fmla="*/ 221285 h 341238"/>
                <a:gd name="connsiteX66" fmla="*/ 487335 w 624566"/>
                <a:gd name="connsiteY66" fmla="*/ 238548 h 341238"/>
                <a:gd name="connsiteX67" fmla="*/ 452628 w 624566"/>
                <a:gd name="connsiteY67" fmla="*/ 249665 h 341238"/>
                <a:gd name="connsiteX68" fmla="*/ 397883 w 624566"/>
                <a:gd name="connsiteY68" fmla="*/ 200882 h 341238"/>
                <a:gd name="connsiteX69" fmla="*/ 438745 w 624566"/>
                <a:gd name="connsiteY69" fmla="*/ 250318 h 341238"/>
                <a:gd name="connsiteX70" fmla="*/ 440186 w 624566"/>
                <a:gd name="connsiteY70" fmla="*/ 280137 h 341238"/>
                <a:gd name="connsiteX71" fmla="*/ 406920 w 624566"/>
                <a:gd name="connsiteY71" fmla="*/ 282883 h 341238"/>
                <a:gd name="connsiteX72" fmla="*/ 356104 w 624566"/>
                <a:gd name="connsiteY72" fmla="*/ 241033 h 341238"/>
                <a:gd name="connsiteX73" fmla="*/ 398538 w 624566"/>
                <a:gd name="connsiteY73" fmla="*/ 287330 h 341238"/>
                <a:gd name="connsiteX74" fmla="*/ 365927 w 624566"/>
                <a:gd name="connsiteY74" fmla="*/ 309432 h 341238"/>
                <a:gd name="connsiteX75" fmla="*/ 316813 w 624566"/>
                <a:gd name="connsiteY75" fmla="*/ 273206 h 341238"/>
                <a:gd name="connsiteX76" fmla="*/ 341697 w 624566"/>
                <a:gd name="connsiteY76" fmla="*/ 305247 h 341238"/>
                <a:gd name="connsiteX77" fmla="*/ 341697 w 624566"/>
                <a:gd name="connsiteY77" fmla="*/ 323949 h 341238"/>
                <a:gd name="connsiteX78" fmla="*/ 291144 w 624566"/>
                <a:gd name="connsiteY78" fmla="*/ 312179 h 341238"/>
                <a:gd name="connsiteX79" fmla="*/ 278047 w 624566"/>
                <a:gd name="connsiteY79" fmla="*/ 272944 h 341238"/>
                <a:gd name="connsiteX80" fmla="*/ 263509 w 624566"/>
                <a:gd name="connsiteY80" fmla="*/ 281183 h 341238"/>
                <a:gd name="connsiteX81" fmla="*/ 246221 w 624566"/>
                <a:gd name="connsiteY81" fmla="*/ 239725 h 341238"/>
                <a:gd name="connsiteX82" fmla="*/ 221861 w 624566"/>
                <a:gd name="connsiteY82" fmla="*/ 252803 h 341238"/>
                <a:gd name="connsiteX83" fmla="*/ 199727 w 624566"/>
                <a:gd name="connsiteY83" fmla="*/ 214746 h 341238"/>
                <a:gd name="connsiteX84" fmla="*/ 168557 w 624566"/>
                <a:gd name="connsiteY84" fmla="*/ 240902 h 341238"/>
                <a:gd name="connsiteX85" fmla="*/ 97441 w 624566"/>
                <a:gd name="connsiteY85" fmla="*/ 185058 h 341238"/>
                <a:gd name="connsiteX86" fmla="*/ 129528 w 624566"/>
                <a:gd name="connsiteY86" fmla="*/ 54929 h 341238"/>
                <a:gd name="connsiteX87" fmla="*/ 195013 w 624566"/>
                <a:gd name="connsiteY87" fmla="*/ 65261 h 341238"/>
                <a:gd name="connsiteX88" fmla="*/ 273594 w 624566"/>
                <a:gd name="connsiteY88" fmla="*/ 59375 h 341238"/>
                <a:gd name="connsiteX89" fmla="*/ 272022 w 624566"/>
                <a:gd name="connsiteY89" fmla="*/ 64738 h 341238"/>
                <a:gd name="connsiteX90" fmla="*/ 249757 w 624566"/>
                <a:gd name="connsiteY90" fmla="*/ 96256 h 341238"/>
                <a:gd name="connsiteX91" fmla="*/ 247007 w 624566"/>
                <a:gd name="connsiteY91" fmla="*/ 109335 h 341238"/>
                <a:gd name="connsiteX92" fmla="*/ 283154 w 624566"/>
                <a:gd name="connsiteY92" fmla="*/ 123328 h 341238"/>
                <a:gd name="connsiteX93" fmla="*/ 322445 w 624566"/>
                <a:gd name="connsiteY93" fmla="*/ 80431 h 341238"/>
                <a:gd name="connsiteX94" fmla="*/ 366057 w 624566"/>
                <a:gd name="connsiteY94" fmla="*/ 77685 h 341238"/>
                <a:gd name="connsiteX95" fmla="*/ 369593 w 624566"/>
                <a:gd name="connsiteY95" fmla="*/ 93510 h 341238"/>
                <a:gd name="connsiteX96" fmla="*/ 459045 w 624566"/>
                <a:gd name="connsiteY96" fmla="*/ 185058 h 341238"/>
                <a:gd name="connsiteX97" fmla="*/ 487335 w 624566"/>
                <a:gd name="connsiteY97" fmla="*/ 238548 h 341238"/>
                <a:gd name="connsiteX98" fmla="*/ 562904 w 624566"/>
                <a:gd name="connsiteY98" fmla="*/ 213961 h 341238"/>
                <a:gd name="connsiteX99" fmla="*/ 495586 w 624566"/>
                <a:gd name="connsiteY99" fmla="*/ 50874 h 341238"/>
                <a:gd name="connsiteX100" fmla="*/ 533043 w 624566"/>
                <a:gd name="connsiteY100" fmla="*/ 30342 h 341238"/>
                <a:gd name="connsiteX101" fmla="*/ 607171 w 624566"/>
                <a:gd name="connsiteY101" fmla="*/ 188720 h 341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624566" h="341238">
                  <a:moveTo>
                    <a:pt x="623018" y="183750"/>
                  </a:moveTo>
                  <a:lnTo>
                    <a:pt x="541818" y="15432"/>
                  </a:lnTo>
                  <a:cubicBezTo>
                    <a:pt x="539807" y="11268"/>
                    <a:pt x="534797" y="9520"/>
                    <a:pt x="530627" y="11528"/>
                  </a:cubicBezTo>
                  <a:cubicBezTo>
                    <a:pt x="530469" y="11604"/>
                    <a:pt x="530314" y="11685"/>
                    <a:pt x="530162" y="11770"/>
                  </a:cubicBezTo>
                  <a:lnTo>
                    <a:pt x="468344" y="44858"/>
                  </a:lnTo>
                  <a:lnTo>
                    <a:pt x="477119" y="57937"/>
                  </a:lnTo>
                  <a:cubicBezTo>
                    <a:pt x="471414" y="63258"/>
                    <a:pt x="464172" y="66646"/>
                    <a:pt x="456426" y="67615"/>
                  </a:cubicBezTo>
                  <a:cubicBezTo>
                    <a:pt x="463329" y="51483"/>
                    <a:pt x="464439" y="33465"/>
                    <a:pt x="459569" y="16609"/>
                  </a:cubicBezTo>
                  <a:cubicBezTo>
                    <a:pt x="458149" y="13185"/>
                    <a:pt x="455341" y="10523"/>
                    <a:pt x="451842" y="9286"/>
                  </a:cubicBezTo>
                  <a:cubicBezTo>
                    <a:pt x="442544" y="6278"/>
                    <a:pt x="430363" y="13471"/>
                    <a:pt x="416219" y="22364"/>
                  </a:cubicBezTo>
                  <a:cubicBezTo>
                    <a:pt x="412420" y="24718"/>
                    <a:pt x="408753" y="26941"/>
                    <a:pt x="405086" y="28772"/>
                  </a:cubicBezTo>
                  <a:cubicBezTo>
                    <a:pt x="399452" y="31028"/>
                    <a:pt x="393556" y="32566"/>
                    <a:pt x="387536" y="33350"/>
                  </a:cubicBezTo>
                  <a:lnTo>
                    <a:pt x="386751" y="33350"/>
                  </a:lnTo>
                  <a:cubicBezTo>
                    <a:pt x="381532" y="29203"/>
                    <a:pt x="375084" y="26903"/>
                    <a:pt x="368415" y="26810"/>
                  </a:cubicBezTo>
                  <a:cubicBezTo>
                    <a:pt x="346150" y="26810"/>
                    <a:pt x="306729" y="25372"/>
                    <a:pt x="295465" y="26157"/>
                  </a:cubicBezTo>
                  <a:cubicBezTo>
                    <a:pt x="284202" y="26941"/>
                    <a:pt x="280666" y="36750"/>
                    <a:pt x="276999" y="47605"/>
                  </a:cubicBezTo>
                  <a:cubicBezTo>
                    <a:pt x="242947" y="50744"/>
                    <a:pt x="211514" y="53229"/>
                    <a:pt x="194489" y="53752"/>
                  </a:cubicBezTo>
                  <a:cubicBezTo>
                    <a:pt x="172565" y="54777"/>
                    <a:pt x="150677" y="51074"/>
                    <a:pt x="130314" y="42897"/>
                  </a:cubicBezTo>
                  <a:cubicBezTo>
                    <a:pt x="130314" y="38319"/>
                    <a:pt x="131100" y="33873"/>
                    <a:pt x="131362" y="29165"/>
                  </a:cubicBezTo>
                  <a:lnTo>
                    <a:pt x="131362" y="25110"/>
                  </a:lnTo>
                  <a:lnTo>
                    <a:pt x="75962" y="0"/>
                  </a:lnTo>
                  <a:lnTo>
                    <a:pt x="73997" y="6670"/>
                  </a:lnTo>
                  <a:cubicBezTo>
                    <a:pt x="54614" y="72977"/>
                    <a:pt x="20562" y="176688"/>
                    <a:pt x="5632" y="191074"/>
                  </a:cubicBezTo>
                  <a:lnTo>
                    <a:pt x="0" y="196305"/>
                  </a:lnTo>
                  <a:lnTo>
                    <a:pt x="66663" y="238286"/>
                  </a:lnTo>
                  <a:lnTo>
                    <a:pt x="70068" y="234101"/>
                  </a:lnTo>
                  <a:cubicBezTo>
                    <a:pt x="77822" y="223829"/>
                    <a:pt x="84493" y="212785"/>
                    <a:pt x="89975" y="201144"/>
                  </a:cubicBezTo>
                  <a:lnTo>
                    <a:pt x="125075" y="223508"/>
                  </a:lnTo>
                  <a:cubicBezTo>
                    <a:pt x="125075" y="223508"/>
                    <a:pt x="96000" y="237371"/>
                    <a:pt x="111978" y="256858"/>
                  </a:cubicBezTo>
                  <a:cubicBezTo>
                    <a:pt x="127956" y="276344"/>
                    <a:pt x="172224" y="256073"/>
                    <a:pt x="172224" y="256073"/>
                  </a:cubicBezTo>
                  <a:cubicBezTo>
                    <a:pt x="170871" y="265191"/>
                    <a:pt x="174279" y="274368"/>
                    <a:pt x="181261" y="280399"/>
                  </a:cubicBezTo>
                  <a:cubicBezTo>
                    <a:pt x="192037" y="286318"/>
                    <a:pt x="204555" y="288262"/>
                    <a:pt x="216622" y="285891"/>
                  </a:cubicBezTo>
                  <a:cubicBezTo>
                    <a:pt x="216622" y="285891"/>
                    <a:pt x="214527" y="301062"/>
                    <a:pt x="224218" y="307340"/>
                  </a:cubicBezTo>
                  <a:cubicBezTo>
                    <a:pt x="232422" y="311127"/>
                    <a:pt x="241710" y="311869"/>
                    <a:pt x="250412" y="309433"/>
                  </a:cubicBezTo>
                  <a:cubicBezTo>
                    <a:pt x="249727" y="318538"/>
                    <a:pt x="253662" y="327380"/>
                    <a:pt x="260890" y="332974"/>
                  </a:cubicBezTo>
                  <a:cubicBezTo>
                    <a:pt x="272677" y="340559"/>
                    <a:pt x="285119" y="324603"/>
                    <a:pt x="285119" y="324603"/>
                  </a:cubicBezTo>
                  <a:cubicBezTo>
                    <a:pt x="285119" y="324603"/>
                    <a:pt x="320481" y="341997"/>
                    <a:pt x="339209" y="341213"/>
                  </a:cubicBezTo>
                  <a:cubicBezTo>
                    <a:pt x="349373" y="341551"/>
                    <a:pt x="358093" y="334039"/>
                    <a:pt x="359247" y="323949"/>
                  </a:cubicBezTo>
                  <a:cubicBezTo>
                    <a:pt x="373463" y="326849"/>
                    <a:pt x="388120" y="326849"/>
                    <a:pt x="402336" y="323949"/>
                  </a:cubicBezTo>
                  <a:cubicBezTo>
                    <a:pt x="415433" y="318456"/>
                    <a:pt x="413337" y="296223"/>
                    <a:pt x="413337" y="296223"/>
                  </a:cubicBezTo>
                  <a:cubicBezTo>
                    <a:pt x="413337" y="296223"/>
                    <a:pt x="436257" y="303940"/>
                    <a:pt x="448044" y="296223"/>
                  </a:cubicBezTo>
                  <a:cubicBezTo>
                    <a:pt x="459831" y="288507"/>
                    <a:pt x="458522" y="265751"/>
                    <a:pt x="458522" y="265751"/>
                  </a:cubicBezTo>
                  <a:cubicBezTo>
                    <a:pt x="471352" y="268078"/>
                    <a:pt x="484582" y="266671"/>
                    <a:pt x="496634" y="261697"/>
                  </a:cubicBezTo>
                  <a:cubicBezTo>
                    <a:pt x="509730" y="253327"/>
                    <a:pt x="503575" y="218669"/>
                    <a:pt x="503575" y="218669"/>
                  </a:cubicBezTo>
                  <a:lnTo>
                    <a:pt x="536186" y="199313"/>
                  </a:lnTo>
                  <a:lnTo>
                    <a:pt x="547580" y="231486"/>
                  </a:lnTo>
                  <a:cubicBezTo>
                    <a:pt x="549021" y="235420"/>
                    <a:pt x="553383" y="237443"/>
                    <a:pt x="557323" y="236004"/>
                  </a:cubicBezTo>
                  <a:cubicBezTo>
                    <a:pt x="557760" y="235845"/>
                    <a:pt x="558182" y="235646"/>
                    <a:pt x="558582" y="235409"/>
                  </a:cubicBezTo>
                  <a:lnTo>
                    <a:pt x="618958" y="199052"/>
                  </a:lnTo>
                  <a:cubicBezTo>
                    <a:pt x="624295" y="196004"/>
                    <a:pt x="626148" y="189212"/>
                    <a:pt x="623096" y="183883"/>
                  </a:cubicBezTo>
                  <a:cubicBezTo>
                    <a:pt x="623070" y="183839"/>
                    <a:pt x="623045" y="183794"/>
                    <a:pt x="623018" y="183750"/>
                  </a:cubicBezTo>
                  <a:close/>
                  <a:moveTo>
                    <a:pt x="410849" y="39104"/>
                  </a:moveTo>
                  <a:cubicBezTo>
                    <a:pt x="414647" y="37011"/>
                    <a:pt x="418576" y="34788"/>
                    <a:pt x="422505" y="32303"/>
                  </a:cubicBezTo>
                  <a:cubicBezTo>
                    <a:pt x="428931" y="28272"/>
                    <a:pt x="435677" y="24772"/>
                    <a:pt x="442675" y="21841"/>
                  </a:cubicBezTo>
                  <a:cubicBezTo>
                    <a:pt x="445497" y="20930"/>
                    <a:pt x="448523" y="22477"/>
                    <a:pt x="449435" y="25295"/>
                  </a:cubicBezTo>
                  <a:cubicBezTo>
                    <a:pt x="449512" y="25534"/>
                    <a:pt x="449573" y="25778"/>
                    <a:pt x="449616" y="26025"/>
                  </a:cubicBezTo>
                  <a:cubicBezTo>
                    <a:pt x="452104" y="39104"/>
                    <a:pt x="448830" y="64607"/>
                    <a:pt x="440448" y="68138"/>
                  </a:cubicBezTo>
                  <a:lnTo>
                    <a:pt x="440448" y="68138"/>
                  </a:lnTo>
                  <a:lnTo>
                    <a:pt x="440448" y="68138"/>
                  </a:lnTo>
                  <a:cubicBezTo>
                    <a:pt x="425772" y="61473"/>
                    <a:pt x="412176" y="52657"/>
                    <a:pt x="400110" y="41981"/>
                  </a:cubicBezTo>
                  <a:cubicBezTo>
                    <a:pt x="403787" y="41431"/>
                    <a:pt x="407390" y="40466"/>
                    <a:pt x="410849" y="39104"/>
                  </a:cubicBezTo>
                  <a:close/>
                  <a:moveTo>
                    <a:pt x="64044" y="221285"/>
                  </a:moveTo>
                  <a:lnTo>
                    <a:pt x="18990" y="192905"/>
                  </a:lnTo>
                  <a:cubicBezTo>
                    <a:pt x="40076" y="161125"/>
                    <a:pt x="74521" y="47605"/>
                    <a:pt x="83820" y="15825"/>
                  </a:cubicBezTo>
                  <a:lnTo>
                    <a:pt x="119051" y="31780"/>
                  </a:lnTo>
                  <a:cubicBezTo>
                    <a:pt x="112371" y="142684"/>
                    <a:pt x="75176" y="205068"/>
                    <a:pt x="64044" y="221285"/>
                  </a:cubicBezTo>
                  <a:close/>
                  <a:moveTo>
                    <a:pt x="487335" y="238548"/>
                  </a:moveTo>
                  <a:cubicBezTo>
                    <a:pt x="484584" y="249665"/>
                    <a:pt x="475548" y="255942"/>
                    <a:pt x="452628" y="249665"/>
                  </a:cubicBezTo>
                  <a:cubicBezTo>
                    <a:pt x="429708" y="243387"/>
                    <a:pt x="397883" y="200882"/>
                    <a:pt x="397883" y="200882"/>
                  </a:cubicBezTo>
                  <a:cubicBezTo>
                    <a:pt x="408570" y="219575"/>
                    <a:pt x="422392" y="236296"/>
                    <a:pt x="438745" y="250318"/>
                  </a:cubicBezTo>
                  <a:cubicBezTo>
                    <a:pt x="445416" y="258981"/>
                    <a:pt x="445991" y="270873"/>
                    <a:pt x="440186" y="280137"/>
                  </a:cubicBezTo>
                  <a:cubicBezTo>
                    <a:pt x="434685" y="287723"/>
                    <a:pt x="423553" y="286284"/>
                    <a:pt x="406920" y="282883"/>
                  </a:cubicBezTo>
                  <a:cubicBezTo>
                    <a:pt x="390287" y="279483"/>
                    <a:pt x="356104" y="241033"/>
                    <a:pt x="356104" y="241033"/>
                  </a:cubicBezTo>
                  <a:cubicBezTo>
                    <a:pt x="365646" y="260117"/>
                    <a:pt x="380345" y="276154"/>
                    <a:pt x="398538" y="287330"/>
                  </a:cubicBezTo>
                  <a:cubicBezTo>
                    <a:pt x="407575" y="299101"/>
                    <a:pt x="393692" y="314271"/>
                    <a:pt x="365927" y="309432"/>
                  </a:cubicBezTo>
                  <a:cubicBezTo>
                    <a:pt x="338161" y="304593"/>
                    <a:pt x="316813" y="273206"/>
                    <a:pt x="316813" y="273206"/>
                  </a:cubicBezTo>
                  <a:cubicBezTo>
                    <a:pt x="321859" y="286048"/>
                    <a:pt x="330497" y="297171"/>
                    <a:pt x="341697" y="305247"/>
                  </a:cubicBezTo>
                  <a:cubicBezTo>
                    <a:pt x="350734" y="311525"/>
                    <a:pt x="341697" y="323949"/>
                    <a:pt x="341697" y="323949"/>
                  </a:cubicBezTo>
                  <a:cubicBezTo>
                    <a:pt x="330565" y="337028"/>
                    <a:pt x="291144" y="312179"/>
                    <a:pt x="291144" y="312179"/>
                  </a:cubicBezTo>
                  <a:cubicBezTo>
                    <a:pt x="291144" y="312179"/>
                    <a:pt x="290358" y="274775"/>
                    <a:pt x="278047" y="272944"/>
                  </a:cubicBezTo>
                  <a:cubicBezTo>
                    <a:pt x="271771" y="271342"/>
                    <a:pt x="265349" y="274981"/>
                    <a:pt x="263509" y="281183"/>
                  </a:cubicBezTo>
                  <a:cubicBezTo>
                    <a:pt x="263509" y="281183"/>
                    <a:pt x="263509" y="241949"/>
                    <a:pt x="246221" y="239725"/>
                  </a:cubicBezTo>
                  <a:cubicBezTo>
                    <a:pt x="236093" y="238195"/>
                    <a:pt x="226169" y="243523"/>
                    <a:pt x="221861" y="252803"/>
                  </a:cubicBezTo>
                  <a:cubicBezTo>
                    <a:pt x="221861" y="252803"/>
                    <a:pt x="219111" y="219585"/>
                    <a:pt x="199727" y="214746"/>
                  </a:cubicBezTo>
                  <a:cubicBezTo>
                    <a:pt x="180344" y="209907"/>
                    <a:pt x="168557" y="240902"/>
                    <a:pt x="168557" y="240902"/>
                  </a:cubicBezTo>
                  <a:cubicBezTo>
                    <a:pt x="159913" y="222069"/>
                    <a:pt x="113288" y="194082"/>
                    <a:pt x="97441" y="185058"/>
                  </a:cubicBezTo>
                  <a:cubicBezTo>
                    <a:pt x="114768" y="143585"/>
                    <a:pt x="125591" y="99694"/>
                    <a:pt x="129528" y="54929"/>
                  </a:cubicBezTo>
                  <a:cubicBezTo>
                    <a:pt x="150447" y="62702"/>
                    <a:pt x="172713" y="66215"/>
                    <a:pt x="195013" y="65261"/>
                  </a:cubicBezTo>
                  <a:cubicBezTo>
                    <a:pt x="208109" y="65261"/>
                    <a:pt x="239018" y="62514"/>
                    <a:pt x="273594" y="59375"/>
                  </a:cubicBezTo>
                  <a:lnTo>
                    <a:pt x="272022" y="64738"/>
                  </a:lnTo>
                  <a:cubicBezTo>
                    <a:pt x="266769" y="76615"/>
                    <a:pt x="259200" y="87330"/>
                    <a:pt x="249757" y="96256"/>
                  </a:cubicBezTo>
                  <a:cubicBezTo>
                    <a:pt x="246309" y="99677"/>
                    <a:pt x="245228" y="104818"/>
                    <a:pt x="247007" y="109335"/>
                  </a:cubicBezTo>
                  <a:cubicBezTo>
                    <a:pt x="250150" y="116920"/>
                    <a:pt x="258532" y="125290"/>
                    <a:pt x="283154" y="123328"/>
                  </a:cubicBezTo>
                  <a:cubicBezTo>
                    <a:pt x="317861" y="120582"/>
                    <a:pt x="322445" y="80431"/>
                    <a:pt x="322445" y="80431"/>
                  </a:cubicBezTo>
                  <a:cubicBezTo>
                    <a:pt x="336024" y="89124"/>
                    <a:pt x="353680" y="88012"/>
                    <a:pt x="366057" y="77685"/>
                  </a:cubicBezTo>
                  <a:cubicBezTo>
                    <a:pt x="366721" y="83061"/>
                    <a:pt x="367906" y="88361"/>
                    <a:pt x="369593" y="93510"/>
                  </a:cubicBezTo>
                  <a:cubicBezTo>
                    <a:pt x="371689" y="98349"/>
                    <a:pt x="440317" y="167664"/>
                    <a:pt x="459045" y="185058"/>
                  </a:cubicBezTo>
                  <a:cubicBezTo>
                    <a:pt x="477774" y="202452"/>
                    <a:pt x="490085" y="227955"/>
                    <a:pt x="487335" y="238548"/>
                  </a:cubicBezTo>
                  <a:close/>
                  <a:moveTo>
                    <a:pt x="562904" y="213961"/>
                  </a:moveTo>
                  <a:cubicBezTo>
                    <a:pt x="551095" y="155806"/>
                    <a:pt x="528244" y="100447"/>
                    <a:pt x="495586" y="50874"/>
                  </a:cubicBezTo>
                  <a:lnTo>
                    <a:pt x="533043" y="30342"/>
                  </a:lnTo>
                  <a:lnTo>
                    <a:pt x="607171" y="188720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 w="13097" cap="flat">
              <a:noFill/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grpSp>
          <p:nvGrpSpPr>
            <p:cNvPr id="6" name="Group 11"/>
            <p:cNvGrpSpPr/>
            <p:nvPr/>
          </p:nvGrpSpPr>
          <p:grpSpPr>
            <a:xfrm>
              <a:off x="8313440" y="3278125"/>
              <a:ext cx="406919" cy="408828"/>
              <a:chOff x="8317623" y="2717368"/>
              <a:chExt cx="406919" cy="408828"/>
            </a:xfrm>
            <a:solidFill>
              <a:schemeClr val="accent1">
                <a:alpha val="70000"/>
              </a:schemeClr>
            </a:solidFill>
            <a:effectLst/>
          </p:grpSpPr>
          <p:sp>
            <p:nvSpPr>
              <p:cNvPr id="8" name="Freeform 72"/>
              <p:cNvSpPr/>
              <p:nvPr>
                <p:custDataLst>
                  <p:tags r:id="rId44"/>
                </p:custDataLst>
              </p:nvPr>
            </p:nvSpPr>
            <p:spPr>
              <a:xfrm>
                <a:off x="8336351" y="3097424"/>
                <a:ext cx="388191" cy="28772"/>
              </a:xfrm>
              <a:custGeom>
                <a:avLst/>
                <a:gdLst>
                  <a:gd name="connsiteX0" fmla="*/ 0 w 388191"/>
                  <a:gd name="connsiteY0" fmla="*/ 0 h 28772"/>
                  <a:gd name="connsiteX1" fmla="*/ 388192 w 388191"/>
                  <a:gd name="connsiteY1" fmla="*/ 0 h 28772"/>
                  <a:gd name="connsiteX2" fmla="*/ 388192 w 388191"/>
                  <a:gd name="connsiteY2" fmla="*/ 28772 h 28772"/>
                  <a:gd name="connsiteX3" fmla="*/ 0 w 388191"/>
                  <a:gd name="connsiteY3" fmla="*/ 28772 h 28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8191" h="28772">
                    <a:moveTo>
                      <a:pt x="0" y="0"/>
                    </a:moveTo>
                    <a:lnTo>
                      <a:pt x="388192" y="0"/>
                    </a:lnTo>
                    <a:lnTo>
                      <a:pt x="388192" y="28772"/>
                    </a:lnTo>
                    <a:lnTo>
                      <a:pt x="0" y="28772"/>
                    </a:ln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1" name="Freeform 73"/>
              <p:cNvSpPr/>
              <p:nvPr>
                <p:custDataLst>
                  <p:tags r:id="rId45"/>
                </p:custDataLst>
              </p:nvPr>
            </p:nvSpPr>
            <p:spPr>
              <a:xfrm>
                <a:off x="8634436" y="2851028"/>
                <a:ext cx="75438" cy="231224"/>
              </a:xfrm>
              <a:custGeom>
                <a:avLst/>
                <a:gdLst>
                  <a:gd name="connsiteX0" fmla="*/ 0 w 75438"/>
                  <a:gd name="connsiteY0" fmla="*/ 47213 h 231224"/>
                  <a:gd name="connsiteX1" fmla="*/ 0 w 75438"/>
                  <a:gd name="connsiteY1" fmla="*/ 231224 h 231224"/>
                  <a:gd name="connsiteX2" fmla="*/ 75438 w 75438"/>
                  <a:gd name="connsiteY2" fmla="*/ 231224 h 231224"/>
                  <a:gd name="connsiteX3" fmla="*/ 75438 w 75438"/>
                  <a:gd name="connsiteY3" fmla="*/ 28772 h 231224"/>
                  <a:gd name="connsiteX4" fmla="*/ 29860 w 75438"/>
                  <a:gd name="connsiteY4" fmla="*/ 0 h 231224"/>
                  <a:gd name="connsiteX5" fmla="*/ 0 w 75438"/>
                  <a:gd name="connsiteY5" fmla="*/ 47213 h 231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5438" h="231224">
                    <a:moveTo>
                      <a:pt x="0" y="47213"/>
                    </a:moveTo>
                    <a:lnTo>
                      <a:pt x="0" y="231224"/>
                    </a:lnTo>
                    <a:lnTo>
                      <a:pt x="75438" y="231224"/>
                    </a:lnTo>
                    <a:lnTo>
                      <a:pt x="75438" y="28772"/>
                    </a:lnTo>
                    <a:lnTo>
                      <a:pt x="29860" y="0"/>
                    </a:lnTo>
                    <a:lnTo>
                      <a:pt x="0" y="47213"/>
                    </a:ln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3" name="Freeform 74"/>
              <p:cNvSpPr/>
              <p:nvPr>
                <p:custDataLst>
                  <p:tags r:id="rId46"/>
                </p:custDataLst>
              </p:nvPr>
            </p:nvSpPr>
            <p:spPr>
              <a:xfrm>
                <a:off x="8540139" y="2927929"/>
                <a:ext cx="75438" cy="154323"/>
              </a:xfrm>
              <a:custGeom>
                <a:avLst/>
                <a:gdLst>
                  <a:gd name="connsiteX0" fmla="*/ 0 w 75438"/>
                  <a:gd name="connsiteY0" fmla="*/ 97303 h 154323"/>
                  <a:gd name="connsiteX1" fmla="*/ 0 w 75438"/>
                  <a:gd name="connsiteY1" fmla="*/ 154324 h 154323"/>
                  <a:gd name="connsiteX2" fmla="*/ 75438 w 75438"/>
                  <a:gd name="connsiteY2" fmla="*/ 154324 h 154323"/>
                  <a:gd name="connsiteX3" fmla="*/ 75438 w 75438"/>
                  <a:gd name="connsiteY3" fmla="*/ 0 h 154323"/>
                  <a:gd name="connsiteX4" fmla="*/ 9954 w 75438"/>
                  <a:gd name="connsiteY4" fmla="*/ 103449 h 154323"/>
                  <a:gd name="connsiteX5" fmla="*/ 0 w 75438"/>
                  <a:gd name="connsiteY5" fmla="*/ 97303 h 154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5438" h="154323">
                    <a:moveTo>
                      <a:pt x="0" y="97303"/>
                    </a:moveTo>
                    <a:lnTo>
                      <a:pt x="0" y="154324"/>
                    </a:lnTo>
                    <a:lnTo>
                      <a:pt x="75438" y="154324"/>
                    </a:lnTo>
                    <a:lnTo>
                      <a:pt x="75438" y="0"/>
                    </a:lnTo>
                    <a:lnTo>
                      <a:pt x="9954" y="103449"/>
                    </a:lnTo>
                    <a:lnTo>
                      <a:pt x="0" y="97303"/>
                    </a:ln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4" name="Freeform 75"/>
              <p:cNvSpPr/>
              <p:nvPr>
                <p:custDataLst>
                  <p:tags r:id="rId47"/>
                </p:custDataLst>
              </p:nvPr>
            </p:nvSpPr>
            <p:spPr>
              <a:xfrm>
                <a:off x="8445972" y="2965594"/>
                <a:ext cx="75307" cy="116658"/>
              </a:xfrm>
              <a:custGeom>
                <a:avLst/>
                <a:gdLst>
                  <a:gd name="connsiteX0" fmla="*/ 75307 w 75307"/>
                  <a:gd name="connsiteY0" fmla="*/ 116658 h 116658"/>
                  <a:gd name="connsiteX1" fmla="*/ 75307 w 75307"/>
                  <a:gd name="connsiteY1" fmla="*/ 47736 h 116658"/>
                  <a:gd name="connsiteX2" fmla="*/ 0 w 75307"/>
                  <a:gd name="connsiteY2" fmla="*/ 0 h 116658"/>
                  <a:gd name="connsiteX3" fmla="*/ 0 w 75307"/>
                  <a:gd name="connsiteY3" fmla="*/ 116658 h 116658"/>
                  <a:gd name="connsiteX4" fmla="*/ 75307 w 75307"/>
                  <a:gd name="connsiteY4" fmla="*/ 116658 h 116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307" h="116658">
                    <a:moveTo>
                      <a:pt x="75307" y="116658"/>
                    </a:moveTo>
                    <a:lnTo>
                      <a:pt x="75307" y="47736"/>
                    </a:lnTo>
                    <a:lnTo>
                      <a:pt x="0" y="0"/>
                    </a:lnTo>
                    <a:lnTo>
                      <a:pt x="0" y="116658"/>
                    </a:lnTo>
                    <a:lnTo>
                      <a:pt x="75307" y="116658"/>
                    </a:ln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5" name="Freeform 76"/>
              <p:cNvSpPr/>
              <p:nvPr>
                <p:custDataLst>
                  <p:tags r:id="rId48"/>
                </p:custDataLst>
              </p:nvPr>
            </p:nvSpPr>
            <p:spPr>
              <a:xfrm>
                <a:off x="8351675" y="2936561"/>
                <a:ext cx="75438" cy="145692"/>
              </a:xfrm>
              <a:custGeom>
                <a:avLst/>
                <a:gdLst>
                  <a:gd name="connsiteX0" fmla="*/ 0 w 75438"/>
                  <a:gd name="connsiteY0" fmla="*/ 74154 h 145692"/>
                  <a:gd name="connsiteX1" fmla="*/ 0 w 75438"/>
                  <a:gd name="connsiteY1" fmla="*/ 145692 h 145692"/>
                  <a:gd name="connsiteX2" fmla="*/ 75438 w 75438"/>
                  <a:gd name="connsiteY2" fmla="*/ 145692 h 145692"/>
                  <a:gd name="connsiteX3" fmla="*/ 75438 w 75438"/>
                  <a:gd name="connsiteY3" fmla="*/ 17133 h 145692"/>
                  <a:gd name="connsiteX4" fmla="*/ 48196 w 75438"/>
                  <a:gd name="connsiteY4" fmla="*/ 0 h 145692"/>
                  <a:gd name="connsiteX5" fmla="*/ 917 w 75438"/>
                  <a:gd name="connsiteY5" fmla="*/ 74677 h 145692"/>
                  <a:gd name="connsiteX6" fmla="*/ 0 w 75438"/>
                  <a:gd name="connsiteY6" fmla="*/ 74154 h 145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438" h="145692">
                    <a:moveTo>
                      <a:pt x="0" y="74154"/>
                    </a:moveTo>
                    <a:lnTo>
                      <a:pt x="0" y="145692"/>
                    </a:lnTo>
                    <a:lnTo>
                      <a:pt x="75438" y="145692"/>
                    </a:lnTo>
                    <a:lnTo>
                      <a:pt x="75438" y="17133"/>
                    </a:lnTo>
                    <a:lnTo>
                      <a:pt x="48196" y="0"/>
                    </a:lnTo>
                    <a:lnTo>
                      <a:pt x="917" y="74677"/>
                    </a:lnTo>
                    <a:lnTo>
                      <a:pt x="0" y="74154"/>
                    </a:ln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  <p:sp>
            <p:nvSpPr>
              <p:cNvPr id="36" name="Freeform 77"/>
              <p:cNvSpPr/>
              <p:nvPr>
                <p:custDataLst>
                  <p:tags r:id="rId49"/>
                </p:custDataLst>
              </p:nvPr>
            </p:nvSpPr>
            <p:spPr>
              <a:xfrm>
                <a:off x="8317623" y="2717368"/>
                <a:ext cx="382166" cy="281314"/>
              </a:xfrm>
              <a:custGeom>
                <a:avLst/>
                <a:gdLst>
                  <a:gd name="connsiteX0" fmla="*/ 74914 w 382166"/>
                  <a:gd name="connsiteY0" fmla="*/ 186497 h 281314"/>
                  <a:gd name="connsiteX1" fmla="*/ 225004 w 382166"/>
                  <a:gd name="connsiteY1" fmla="*/ 281314 h 281314"/>
                  <a:gd name="connsiteX2" fmla="*/ 242423 w 382166"/>
                  <a:gd name="connsiteY2" fmla="*/ 253850 h 281314"/>
                  <a:gd name="connsiteX3" fmla="*/ 339340 w 382166"/>
                  <a:gd name="connsiteY3" fmla="*/ 100964 h 281314"/>
                  <a:gd name="connsiteX4" fmla="*/ 377583 w 382166"/>
                  <a:gd name="connsiteY4" fmla="*/ 125028 h 281314"/>
                  <a:gd name="connsiteX5" fmla="*/ 382167 w 382166"/>
                  <a:gd name="connsiteY5" fmla="*/ 0 h 281314"/>
                  <a:gd name="connsiteX6" fmla="*/ 273594 w 382166"/>
                  <a:gd name="connsiteY6" fmla="*/ 59375 h 281314"/>
                  <a:gd name="connsiteX7" fmla="*/ 311705 w 382166"/>
                  <a:gd name="connsiteY7" fmla="*/ 83570 h 281314"/>
                  <a:gd name="connsiteX8" fmla="*/ 214919 w 382166"/>
                  <a:gd name="connsiteY8" fmla="*/ 236456 h 281314"/>
                  <a:gd name="connsiteX9" fmla="*/ 64830 w 382166"/>
                  <a:gd name="connsiteY9" fmla="*/ 141507 h 281314"/>
                  <a:gd name="connsiteX10" fmla="*/ 47411 w 382166"/>
                  <a:gd name="connsiteY10" fmla="*/ 169102 h 281314"/>
                  <a:gd name="connsiteX11" fmla="*/ 0 w 382166"/>
                  <a:gd name="connsiteY11" fmla="*/ 243779 h 281314"/>
                  <a:gd name="connsiteX12" fmla="*/ 27634 w 382166"/>
                  <a:gd name="connsiteY12" fmla="*/ 261174 h 281314"/>
                  <a:gd name="connsiteX13" fmla="*/ 74914 w 382166"/>
                  <a:gd name="connsiteY13" fmla="*/ 186497 h 281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2166" h="281314">
                    <a:moveTo>
                      <a:pt x="74914" y="186497"/>
                    </a:moveTo>
                    <a:lnTo>
                      <a:pt x="225004" y="281314"/>
                    </a:lnTo>
                    <a:lnTo>
                      <a:pt x="242423" y="253850"/>
                    </a:lnTo>
                    <a:lnTo>
                      <a:pt x="339340" y="100964"/>
                    </a:lnTo>
                    <a:lnTo>
                      <a:pt x="377583" y="125028"/>
                    </a:lnTo>
                    <a:lnTo>
                      <a:pt x="382167" y="0"/>
                    </a:lnTo>
                    <a:lnTo>
                      <a:pt x="273594" y="59375"/>
                    </a:lnTo>
                    <a:lnTo>
                      <a:pt x="311705" y="83570"/>
                    </a:lnTo>
                    <a:lnTo>
                      <a:pt x="214919" y="236456"/>
                    </a:lnTo>
                    <a:lnTo>
                      <a:pt x="64830" y="141507"/>
                    </a:lnTo>
                    <a:lnTo>
                      <a:pt x="47411" y="169102"/>
                    </a:lnTo>
                    <a:lnTo>
                      <a:pt x="0" y="243779"/>
                    </a:lnTo>
                    <a:lnTo>
                      <a:pt x="27634" y="261174"/>
                    </a:lnTo>
                    <a:lnTo>
                      <a:pt x="74914" y="186497"/>
                    </a:lnTo>
                    <a:close/>
                  </a:path>
                </a:pathLst>
              </a:custGeom>
              <a:grpFill/>
              <a:ln w="1309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cs typeface="+mn-ea"/>
                  <a:sym typeface="+mn-lt"/>
                </a:endParaRPr>
              </a:p>
            </p:txBody>
          </p:sp>
        </p:grpSp>
        <p:sp>
          <p:nvSpPr>
            <p:cNvPr id="37" name="Freeform 19"/>
            <p:cNvSpPr/>
            <p:nvPr>
              <p:custDataLst>
                <p:tags r:id="rId50"/>
              </p:custDataLst>
            </p:nvPr>
          </p:nvSpPr>
          <p:spPr>
            <a:xfrm>
              <a:off x="5790065" y="2983994"/>
              <a:ext cx="2220968" cy="1496947"/>
            </a:xfrm>
            <a:custGeom>
              <a:avLst/>
              <a:gdLst>
                <a:gd name="connsiteX0" fmla="*/ 221075 w 2220968"/>
                <a:gd name="connsiteY0" fmla="*/ 512538 h 1496947"/>
                <a:gd name="connsiteX1" fmla="*/ 22527 w 2220968"/>
                <a:gd name="connsiteY1" fmla="*/ 13994 h 1496947"/>
                <a:gd name="connsiteX2" fmla="*/ 8513 w 2220968"/>
                <a:gd name="connsiteY2" fmla="*/ 0 h 1496947"/>
                <a:gd name="connsiteX3" fmla="*/ 0 w 2220968"/>
                <a:gd name="connsiteY3" fmla="*/ 9940 h 1496947"/>
                <a:gd name="connsiteX4" fmla="*/ 13097 w 2220968"/>
                <a:gd name="connsiteY4" fmla="*/ 23018 h 1496947"/>
                <a:gd name="connsiteX5" fmla="*/ 156377 w 2220968"/>
                <a:gd name="connsiteY5" fmla="*/ 778551 h 1496947"/>
                <a:gd name="connsiteX6" fmla="*/ 229195 w 2220968"/>
                <a:gd name="connsiteY6" fmla="*/ 1150498 h 1496947"/>
                <a:gd name="connsiteX7" fmla="*/ 478036 w 2220968"/>
                <a:gd name="connsiteY7" fmla="*/ 1398332 h 1496947"/>
                <a:gd name="connsiteX8" fmla="*/ 718102 w 2220968"/>
                <a:gd name="connsiteY8" fmla="*/ 1496811 h 1496947"/>
                <a:gd name="connsiteX9" fmla="*/ 849070 w 2220968"/>
                <a:gd name="connsiteY9" fmla="*/ 1471832 h 1496947"/>
                <a:gd name="connsiteX10" fmla="*/ 1372945 w 2220968"/>
                <a:gd name="connsiteY10" fmla="*/ 1471832 h 1496947"/>
                <a:gd name="connsiteX11" fmla="*/ 1503914 w 2220968"/>
                <a:gd name="connsiteY11" fmla="*/ 1496942 h 1496947"/>
                <a:gd name="connsiteX12" fmla="*/ 1743980 w 2220968"/>
                <a:gd name="connsiteY12" fmla="*/ 1398462 h 1496947"/>
                <a:gd name="connsiteX13" fmla="*/ 1992821 w 2220968"/>
                <a:gd name="connsiteY13" fmla="*/ 1150629 h 1496947"/>
                <a:gd name="connsiteX14" fmla="*/ 2065639 w 2220968"/>
                <a:gd name="connsiteY14" fmla="*/ 778682 h 1496947"/>
                <a:gd name="connsiteX15" fmla="*/ 2209574 w 2220968"/>
                <a:gd name="connsiteY15" fmla="*/ 21972 h 1496947"/>
                <a:gd name="connsiteX16" fmla="*/ 2220968 w 2220968"/>
                <a:gd name="connsiteY16" fmla="*/ 10463 h 1496947"/>
                <a:gd name="connsiteX17" fmla="*/ 2212456 w 2220968"/>
                <a:gd name="connsiteY17" fmla="*/ 523 h 1496947"/>
                <a:gd name="connsiteX18" fmla="*/ 2200013 w 2220968"/>
                <a:gd name="connsiteY18" fmla="*/ 12948 h 1496947"/>
                <a:gd name="connsiteX19" fmla="*/ 2052281 w 2220968"/>
                <a:gd name="connsiteY19" fmla="*/ 784567 h 1496947"/>
                <a:gd name="connsiteX20" fmla="*/ 1982343 w 2220968"/>
                <a:gd name="connsiteY20" fmla="*/ 1142259 h 1496947"/>
                <a:gd name="connsiteX21" fmla="*/ 1734288 w 2220968"/>
                <a:gd name="connsiteY21" fmla="*/ 1390746 h 1496947"/>
                <a:gd name="connsiteX22" fmla="*/ 1503522 w 2220968"/>
                <a:gd name="connsiteY22" fmla="*/ 1485302 h 1496947"/>
                <a:gd name="connsiteX23" fmla="*/ 1377530 w 2220968"/>
                <a:gd name="connsiteY23" fmla="*/ 1461238 h 1496947"/>
                <a:gd name="connsiteX24" fmla="*/ 843308 w 2220968"/>
                <a:gd name="connsiteY24" fmla="*/ 1461238 h 1496947"/>
                <a:gd name="connsiteX25" fmla="*/ 717447 w 2220968"/>
                <a:gd name="connsiteY25" fmla="*/ 1485302 h 1496947"/>
                <a:gd name="connsiteX26" fmla="*/ 486680 w 2220968"/>
                <a:gd name="connsiteY26" fmla="*/ 1390746 h 1496947"/>
                <a:gd name="connsiteX27" fmla="*/ 238625 w 2220968"/>
                <a:gd name="connsiteY27" fmla="*/ 1142259 h 1496947"/>
                <a:gd name="connsiteX28" fmla="*/ 168688 w 2220968"/>
                <a:gd name="connsiteY28" fmla="*/ 784567 h 1496947"/>
                <a:gd name="connsiteX29" fmla="*/ 221075 w 2220968"/>
                <a:gd name="connsiteY29" fmla="*/ 512539 h 149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220968" h="1496947">
                  <a:moveTo>
                    <a:pt x="221075" y="512538"/>
                  </a:moveTo>
                  <a:cubicBezTo>
                    <a:pt x="221378" y="327078"/>
                    <a:pt x="150296" y="148594"/>
                    <a:pt x="22527" y="13994"/>
                  </a:cubicBezTo>
                  <a:cubicBezTo>
                    <a:pt x="17943" y="9155"/>
                    <a:pt x="13228" y="4577"/>
                    <a:pt x="8513" y="0"/>
                  </a:cubicBezTo>
                  <a:lnTo>
                    <a:pt x="0" y="9940"/>
                  </a:lnTo>
                  <a:cubicBezTo>
                    <a:pt x="4322" y="14386"/>
                    <a:pt x="8775" y="18571"/>
                    <a:pt x="13097" y="23018"/>
                  </a:cubicBezTo>
                  <a:cubicBezTo>
                    <a:pt x="204349" y="225395"/>
                    <a:pt x="260286" y="520358"/>
                    <a:pt x="156377" y="778551"/>
                  </a:cubicBezTo>
                  <a:cubicBezTo>
                    <a:pt x="103602" y="905881"/>
                    <a:pt x="132285" y="1052389"/>
                    <a:pt x="229195" y="1150498"/>
                  </a:cubicBezTo>
                  <a:lnTo>
                    <a:pt x="478036" y="1398332"/>
                  </a:lnTo>
                  <a:cubicBezTo>
                    <a:pt x="541674" y="1461860"/>
                    <a:pt x="628120" y="1497321"/>
                    <a:pt x="718102" y="1496811"/>
                  </a:cubicBezTo>
                  <a:cubicBezTo>
                    <a:pt x="762949" y="1496853"/>
                    <a:pt x="807395" y="1488376"/>
                    <a:pt x="849070" y="1471832"/>
                  </a:cubicBezTo>
                  <a:cubicBezTo>
                    <a:pt x="1017401" y="1405618"/>
                    <a:pt x="1204615" y="1405618"/>
                    <a:pt x="1372945" y="1471832"/>
                  </a:cubicBezTo>
                  <a:cubicBezTo>
                    <a:pt x="1414598" y="1488467"/>
                    <a:pt x="1459053" y="1496991"/>
                    <a:pt x="1503914" y="1496942"/>
                  </a:cubicBezTo>
                  <a:cubicBezTo>
                    <a:pt x="1593896" y="1497452"/>
                    <a:pt x="1680342" y="1461990"/>
                    <a:pt x="1743980" y="1398462"/>
                  </a:cubicBezTo>
                  <a:lnTo>
                    <a:pt x="1992821" y="1150629"/>
                  </a:lnTo>
                  <a:cubicBezTo>
                    <a:pt x="2089731" y="1052520"/>
                    <a:pt x="2118414" y="906012"/>
                    <a:pt x="2065639" y="778682"/>
                  </a:cubicBezTo>
                  <a:cubicBezTo>
                    <a:pt x="1961358" y="520036"/>
                    <a:pt x="2017586" y="224424"/>
                    <a:pt x="2209574" y="21972"/>
                  </a:cubicBezTo>
                  <a:cubicBezTo>
                    <a:pt x="2213241" y="18048"/>
                    <a:pt x="2217170" y="14386"/>
                    <a:pt x="2220968" y="10463"/>
                  </a:cubicBezTo>
                  <a:lnTo>
                    <a:pt x="2212456" y="523"/>
                  </a:lnTo>
                  <a:cubicBezTo>
                    <a:pt x="2208264" y="4577"/>
                    <a:pt x="2204073" y="8632"/>
                    <a:pt x="2200013" y="12948"/>
                  </a:cubicBezTo>
                  <a:cubicBezTo>
                    <a:pt x="2003745" y="219096"/>
                    <a:pt x="1946008" y="520659"/>
                    <a:pt x="2052281" y="784567"/>
                  </a:cubicBezTo>
                  <a:cubicBezTo>
                    <a:pt x="2103183" y="906987"/>
                    <a:pt x="2075622" y="1047950"/>
                    <a:pt x="1982343" y="1142259"/>
                  </a:cubicBezTo>
                  <a:lnTo>
                    <a:pt x="1734288" y="1390746"/>
                  </a:lnTo>
                  <a:cubicBezTo>
                    <a:pt x="1673011" y="1451643"/>
                    <a:pt x="1589972" y="1485667"/>
                    <a:pt x="1503522" y="1485302"/>
                  </a:cubicBezTo>
                  <a:cubicBezTo>
                    <a:pt x="1460384" y="1485245"/>
                    <a:pt x="1417643" y="1477082"/>
                    <a:pt x="1377530" y="1461238"/>
                  </a:cubicBezTo>
                  <a:cubicBezTo>
                    <a:pt x="1205901" y="1393577"/>
                    <a:pt x="1014936" y="1393577"/>
                    <a:pt x="843308" y="1461238"/>
                  </a:cubicBezTo>
                  <a:cubicBezTo>
                    <a:pt x="803240" y="1477081"/>
                    <a:pt x="760542" y="1485244"/>
                    <a:pt x="717447" y="1485302"/>
                  </a:cubicBezTo>
                  <a:cubicBezTo>
                    <a:pt x="630997" y="1485667"/>
                    <a:pt x="547958" y="1451643"/>
                    <a:pt x="486680" y="1390746"/>
                  </a:cubicBezTo>
                  <a:lnTo>
                    <a:pt x="238625" y="1142259"/>
                  </a:lnTo>
                  <a:cubicBezTo>
                    <a:pt x="145347" y="1047950"/>
                    <a:pt x="117785" y="906987"/>
                    <a:pt x="168688" y="784567"/>
                  </a:cubicBezTo>
                  <a:cubicBezTo>
                    <a:pt x="203546" y="698111"/>
                    <a:pt x="221335" y="605739"/>
                    <a:pt x="221075" y="512539"/>
                  </a:cubicBezTo>
                  <a:close/>
                </a:path>
              </a:pathLst>
            </a:custGeom>
            <a:solidFill>
              <a:srgbClr val="005FA5"/>
            </a:solidFill>
            <a:ln w="13097" cap="flat">
              <a:noFill/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8" name="Freeform 20"/>
            <p:cNvSpPr/>
            <p:nvPr>
              <p:custDataLst>
                <p:tags r:id="rId51"/>
              </p:custDataLst>
            </p:nvPr>
          </p:nvSpPr>
          <p:spPr>
            <a:xfrm>
              <a:off x="9022636" y="2983994"/>
              <a:ext cx="1839439" cy="2647309"/>
            </a:xfrm>
            <a:custGeom>
              <a:avLst/>
              <a:gdLst>
                <a:gd name="connsiteX0" fmla="*/ 221206 w 1839439"/>
                <a:gd name="connsiteY0" fmla="*/ 512538 h 2647309"/>
                <a:gd name="connsiteX1" fmla="*/ 22657 w 1839439"/>
                <a:gd name="connsiteY1" fmla="*/ 13994 h 2647309"/>
                <a:gd name="connsiteX2" fmla="*/ 8644 w 1839439"/>
                <a:gd name="connsiteY2" fmla="*/ 0 h 2647309"/>
                <a:gd name="connsiteX3" fmla="*/ 0 w 1839439"/>
                <a:gd name="connsiteY3" fmla="*/ 9940 h 2647309"/>
                <a:gd name="connsiteX4" fmla="*/ 13097 w 1839439"/>
                <a:gd name="connsiteY4" fmla="*/ 23018 h 2647309"/>
                <a:gd name="connsiteX5" fmla="*/ 157163 w 1839439"/>
                <a:gd name="connsiteY5" fmla="*/ 778551 h 2647309"/>
                <a:gd name="connsiteX6" fmla="*/ 229981 w 1839439"/>
                <a:gd name="connsiteY6" fmla="*/ 1150498 h 2647309"/>
                <a:gd name="connsiteX7" fmla="*/ 478822 w 1839439"/>
                <a:gd name="connsiteY7" fmla="*/ 1398332 h 2647309"/>
                <a:gd name="connsiteX8" fmla="*/ 718888 w 1839439"/>
                <a:gd name="connsiteY8" fmla="*/ 1496811 h 2647309"/>
                <a:gd name="connsiteX9" fmla="*/ 849856 w 1839439"/>
                <a:gd name="connsiteY9" fmla="*/ 1471701 h 2647309"/>
                <a:gd name="connsiteX10" fmla="*/ 1775930 w 1839439"/>
                <a:gd name="connsiteY10" fmla="*/ 1872815 h 2647309"/>
                <a:gd name="connsiteX11" fmla="*/ 1629252 w 1839439"/>
                <a:gd name="connsiteY11" fmla="*/ 2625861 h 2647309"/>
                <a:gd name="connsiteX12" fmla="*/ 1617857 w 1839439"/>
                <a:gd name="connsiteY12" fmla="*/ 2637370 h 2647309"/>
                <a:gd name="connsiteX13" fmla="*/ 1626370 w 1839439"/>
                <a:gd name="connsiteY13" fmla="*/ 2647309 h 2647309"/>
                <a:gd name="connsiteX14" fmla="*/ 1639467 w 1839439"/>
                <a:gd name="connsiteY14" fmla="*/ 2634231 h 2647309"/>
                <a:gd name="connsiteX15" fmla="*/ 1613202 w 1839439"/>
                <a:gd name="connsiteY15" fmla="*/ 1607880 h 2647309"/>
                <a:gd name="connsiteX16" fmla="*/ 845534 w 1839439"/>
                <a:gd name="connsiteY16" fmla="*/ 1458884 h 2647309"/>
                <a:gd name="connsiteX17" fmla="*/ 719542 w 1839439"/>
                <a:gd name="connsiteY17" fmla="*/ 1482948 h 2647309"/>
                <a:gd name="connsiteX18" fmla="*/ 487466 w 1839439"/>
                <a:gd name="connsiteY18" fmla="*/ 1389046 h 2647309"/>
                <a:gd name="connsiteX19" fmla="*/ 239410 w 1839439"/>
                <a:gd name="connsiteY19" fmla="*/ 1140558 h 2647309"/>
                <a:gd name="connsiteX20" fmla="*/ 169343 w 1839439"/>
                <a:gd name="connsiteY20" fmla="*/ 782867 h 2647309"/>
                <a:gd name="connsiteX21" fmla="*/ 221206 w 1839439"/>
                <a:gd name="connsiteY21" fmla="*/ 512539 h 2647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39439" h="2647309">
                  <a:moveTo>
                    <a:pt x="221206" y="512538"/>
                  </a:moveTo>
                  <a:cubicBezTo>
                    <a:pt x="221509" y="327078"/>
                    <a:pt x="150426" y="148594"/>
                    <a:pt x="22657" y="13994"/>
                  </a:cubicBezTo>
                  <a:cubicBezTo>
                    <a:pt x="18073" y="9155"/>
                    <a:pt x="13227" y="4577"/>
                    <a:pt x="8644" y="0"/>
                  </a:cubicBezTo>
                  <a:lnTo>
                    <a:pt x="0" y="9940"/>
                  </a:lnTo>
                  <a:cubicBezTo>
                    <a:pt x="4452" y="14386"/>
                    <a:pt x="8775" y="18571"/>
                    <a:pt x="13097" y="23018"/>
                  </a:cubicBezTo>
                  <a:cubicBezTo>
                    <a:pt x="204619" y="225226"/>
                    <a:pt x="260867" y="520208"/>
                    <a:pt x="157163" y="778551"/>
                  </a:cubicBezTo>
                  <a:cubicBezTo>
                    <a:pt x="104387" y="905881"/>
                    <a:pt x="133070" y="1052389"/>
                    <a:pt x="229981" y="1150498"/>
                  </a:cubicBezTo>
                  <a:lnTo>
                    <a:pt x="478822" y="1398332"/>
                  </a:lnTo>
                  <a:cubicBezTo>
                    <a:pt x="542443" y="1461884"/>
                    <a:pt x="628899" y="1497351"/>
                    <a:pt x="718888" y="1496811"/>
                  </a:cubicBezTo>
                  <a:cubicBezTo>
                    <a:pt x="763748" y="1496860"/>
                    <a:pt x="808204" y="1488337"/>
                    <a:pt x="849856" y="1471701"/>
                  </a:cubicBezTo>
                  <a:cubicBezTo>
                    <a:pt x="1216507" y="1327100"/>
                    <a:pt x="1631124" y="1506685"/>
                    <a:pt x="1775930" y="1872815"/>
                  </a:cubicBezTo>
                  <a:cubicBezTo>
                    <a:pt x="1878020" y="2130940"/>
                    <a:pt x="1820788" y="2424767"/>
                    <a:pt x="1629252" y="2625861"/>
                  </a:cubicBezTo>
                  <a:cubicBezTo>
                    <a:pt x="1625584" y="2629784"/>
                    <a:pt x="1621654" y="2633446"/>
                    <a:pt x="1617857" y="2637370"/>
                  </a:cubicBezTo>
                  <a:lnTo>
                    <a:pt x="1626370" y="2647309"/>
                  </a:lnTo>
                  <a:cubicBezTo>
                    <a:pt x="1630561" y="2643255"/>
                    <a:pt x="1634882" y="2639201"/>
                    <a:pt x="1639467" y="2634231"/>
                  </a:cubicBezTo>
                  <a:cubicBezTo>
                    <a:pt x="1916035" y="2343569"/>
                    <a:pt x="1904276" y="1884057"/>
                    <a:pt x="1613202" y="1607880"/>
                  </a:cubicBezTo>
                  <a:cubicBezTo>
                    <a:pt x="1408132" y="1413307"/>
                    <a:pt x="1108660" y="1355183"/>
                    <a:pt x="845534" y="1458884"/>
                  </a:cubicBezTo>
                  <a:cubicBezTo>
                    <a:pt x="805421" y="1474728"/>
                    <a:pt x="762680" y="1482891"/>
                    <a:pt x="719542" y="1482948"/>
                  </a:cubicBezTo>
                  <a:cubicBezTo>
                    <a:pt x="632732" y="1483836"/>
                    <a:pt x="549172" y="1450026"/>
                    <a:pt x="487466" y="1389046"/>
                  </a:cubicBezTo>
                  <a:lnTo>
                    <a:pt x="239410" y="1140558"/>
                  </a:lnTo>
                  <a:cubicBezTo>
                    <a:pt x="146119" y="1046262"/>
                    <a:pt x="118509" y="905316"/>
                    <a:pt x="169343" y="782867"/>
                  </a:cubicBezTo>
                  <a:cubicBezTo>
                    <a:pt x="203866" y="696923"/>
                    <a:pt x="221476" y="605139"/>
                    <a:pt x="221206" y="512539"/>
                  </a:cubicBezTo>
                  <a:close/>
                </a:path>
              </a:pathLst>
            </a:custGeom>
            <a:solidFill>
              <a:srgbClr val="005FA5"/>
            </a:solidFill>
            <a:ln w="13097" cap="flat">
              <a:noFill/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9" name="Freeform 21"/>
            <p:cNvSpPr/>
            <p:nvPr>
              <p:custDataLst>
                <p:tags r:id="rId52"/>
              </p:custDataLst>
            </p:nvPr>
          </p:nvSpPr>
          <p:spPr>
            <a:xfrm>
              <a:off x="2557363" y="2983864"/>
              <a:ext cx="2221099" cy="1496947"/>
            </a:xfrm>
            <a:custGeom>
              <a:avLst/>
              <a:gdLst>
                <a:gd name="connsiteX0" fmla="*/ 220944 w 2221099"/>
                <a:gd name="connsiteY0" fmla="*/ 512669 h 1496947"/>
                <a:gd name="connsiteX1" fmla="*/ 22527 w 2221099"/>
                <a:gd name="connsiteY1" fmla="*/ 14125 h 1496947"/>
                <a:gd name="connsiteX2" fmla="*/ 8513 w 2221099"/>
                <a:gd name="connsiteY2" fmla="*/ 0 h 1496947"/>
                <a:gd name="connsiteX3" fmla="*/ 0 w 2221099"/>
                <a:gd name="connsiteY3" fmla="*/ 10070 h 1496947"/>
                <a:gd name="connsiteX4" fmla="*/ 13097 w 2221099"/>
                <a:gd name="connsiteY4" fmla="*/ 23149 h 1496947"/>
                <a:gd name="connsiteX5" fmla="*/ 156508 w 2221099"/>
                <a:gd name="connsiteY5" fmla="*/ 778682 h 1496947"/>
                <a:gd name="connsiteX6" fmla="*/ 229326 w 2221099"/>
                <a:gd name="connsiteY6" fmla="*/ 1150629 h 1496947"/>
                <a:gd name="connsiteX7" fmla="*/ 478167 w 2221099"/>
                <a:gd name="connsiteY7" fmla="*/ 1398462 h 1496947"/>
                <a:gd name="connsiteX8" fmla="*/ 718233 w 2221099"/>
                <a:gd name="connsiteY8" fmla="*/ 1496942 h 1496947"/>
                <a:gd name="connsiteX9" fmla="*/ 849201 w 2221099"/>
                <a:gd name="connsiteY9" fmla="*/ 1471832 h 1496947"/>
                <a:gd name="connsiteX10" fmla="*/ 1373076 w 2221099"/>
                <a:gd name="connsiteY10" fmla="*/ 1471832 h 1496947"/>
                <a:gd name="connsiteX11" fmla="*/ 1504045 w 2221099"/>
                <a:gd name="connsiteY11" fmla="*/ 1496811 h 1496947"/>
                <a:gd name="connsiteX12" fmla="*/ 1744111 w 2221099"/>
                <a:gd name="connsiteY12" fmla="*/ 1398332 h 1496947"/>
                <a:gd name="connsiteX13" fmla="*/ 1992952 w 2221099"/>
                <a:gd name="connsiteY13" fmla="*/ 1150498 h 1496947"/>
                <a:gd name="connsiteX14" fmla="*/ 2065770 w 2221099"/>
                <a:gd name="connsiteY14" fmla="*/ 778551 h 1496947"/>
                <a:gd name="connsiteX15" fmla="*/ 2209574 w 2221099"/>
                <a:gd name="connsiteY15" fmla="*/ 22102 h 1496947"/>
                <a:gd name="connsiteX16" fmla="*/ 2221099 w 2221099"/>
                <a:gd name="connsiteY16" fmla="*/ 10593 h 1496947"/>
                <a:gd name="connsiteX17" fmla="*/ 2212455 w 2221099"/>
                <a:gd name="connsiteY17" fmla="*/ 523 h 1496947"/>
                <a:gd name="connsiteX18" fmla="*/ 2200013 w 2221099"/>
                <a:gd name="connsiteY18" fmla="*/ 13601 h 1496947"/>
                <a:gd name="connsiteX19" fmla="*/ 2052411 w 2221099"/>
                <a:gd name="connsiteY19" fmla="*/ 785221 h 1496947"/>
                <a:gd name="connsiteX20" fmla="*/ 1982474 w 2221099"/>
                <a:gd name="connsiteY20" fmla="*/ 1142912 h 1496947"/>
                <a:gd name="connsiteX21" fmla="*/ 1734288 w 2221099"/>
                <a:gd name="connsiteY21" fmla="*/ 1391400 h 1496947"/>
                <a:gd name="connsiteX22" fmla="*/ 1503521 w 2221099"/>
                <a:gd name="connsiteY22" fmla="*/ 1485956 h 1496947"/>
                <a:gd name="connsiteX23" fmla="*/ 1377660 w 2221099"/>
                <a:gd name="connsiteY23" fmla="*/ 1461892 h 1496947"/>
                <a:gd name="connsiteX24" fmla="*/ 843439 w 2221099"/>
                <a:gd name="connsiteY24" fmla="*/ 1461892 h 1496947"/>
                <a:gd name="connsiteX25" fmla="*/ 717447 w 2221099"/>
                <a:gd name="connsiteY25" fmla="*/ 1485956 h 1496947"/>
                <a:gd name="connsiteX26" fmla="*/ 486680 w 2221099"/>
                <a:gd name="connsiteY26" fmla="*/ 1391400 h 1496947"/>
                <a:gd name="connsiteX27" fmla="*/ 238625 w 2221099"/>
                <a:gd name="connsiteY27" fmla="*/ 1142912 h 1496947"/>
                <a:gd name="connsiteX28" fmla="*/ 168557 w 2221099"/>
                <a:gd name="connsiteY28" fmla="*/ 783652 h 1496947"/>
                <a:gd name="connsiteX29" fmla="*/ 220944 w 2221099"/>
                <a:gd name="connsiteY29" fmla="*/ 512669 h 149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221099" h="1496947">
                  <a:moveTo>
                    <a:pt x="220944" y="512669"/>
                  </a:moveTo>
                  <a:cubicBezTo>
                    <a:pt x="221269" y="327229"/>
                    <a:pt x="150236" y="148752"/>
                    <a:pt x="22527" y="14125"/>
                  </a:cubicBezTo>
                  <a:cubicBezTo>
                    <a:pt x="17943" y="9286"/>
                    <a:pt x="13228" y="4708"/>
                    <a:pt x="8513" y="0"/>
                  </a:cubicBezTo>
                  <a:lnTo>
                    <a:pt x="0" y="10070"/>
                  </a:lnTo>
                  <a:cubicBezTo>
                    <a:pt x="4322" y="14517"/>
                    <a:pt x="8775" y="18702"/>
                    <a:pt x="13097" y="23149"/>
                  </a:cubicBezTo>
                  <a:cubicBezTo>
                    <a:pt x="204576" y="225405"/>
                    <a:pt x="260586" y="520484"/>
                    <a:pt x="156508" y="778682"/>
                  </a:cubicBezTo>
                  <a:cubicBezTo>
                    <a:pt x="103733" y="906012"/>
                    <a:pt x="132416" y="1052520"/>
                    <a:pt x="229326" y="1150629"/>
                  </a:cubicBezTo>
                  <a:lnTo>
                    <a:pt x="478167" y="1398462"/>
                  </a:lnTo>
                  <a:cubicBezTo>
                    <a:pt x="541805" y="1461990"/>
                    <a:pt x="628251" y="1497452"/>
                    <a:pt x="718233" y="1496942"/>
                  </a:cubicBezTo>
                  <a:cubicBezTo>
                    <a:pt x="763093" y="1496991"/>
                    <a:pt x="807549" y="1488467"/>
                    <a:pt x="849201" y="1471832"/>
                  </a:cubicBezTo>
                  <a:cubicBezTo>
                    <a:pt x="1017540" y="1405658"/>
                    <a:pt x="1204738" y="1405658"/>
                    <a:pt x="1373076" y="1471832"/>
                  </a:cubicBezTo>
                  <a:cubicBezTo>
                    <a:pt x="1414751" y="1488376"/>
                    <a:pt x="1459198" y="1496853"/>
                    <a:pt x="1504045" y="1496811"/>
                  </a:cubicBezTo>
                  <a:cubicBezTo>
                    <a:pt x="1594033" y="1497351"/>
                    <a:pt x="1680490" y="1461885"/>
                    <a:pt x="1744111" y="1398332"/>
                  </a:cubicBezTo>
                  <a:lnTo>
                    <a:pt x="1992952" y="1150498"/>
                  </a:lnTo>
                  <a:cubicBezTo>
                    <a:pt x="2089927" y="1052423"/>
                    <a:pt x="2118618" y="905874"/>
                    <a:pt x="2065770" y="778551"/>
                  </a:cubicBezTo>
                  <a:cubicBezTo>
                    <a:pt x="1961568" y="520004"/>
                    <a:pt x="2017738" y="224531"/>
                    <a:pt x="2209574" y="22102"/>
                  </a:cubicBezTo>
                  <a:cubicBezTo>
                    <a:pt x="2213241" y="18179"/>
                    <a:pt x="2217170" y="14517"/>
                    <a:pt x="2221099" y="10593"/>
                  </a:cubicBezTo>
                  <a:lnTo>
                    <a:pt x="2212455" y="523"/>
                  </a:lnTo>
                  <a:cubicBezTo>
                    <a:pt x="2208395" y="4708"/>
                    <a:pt x="2204073" y="8762"/>
                    <a:pt x="2200013" y="13601"/>
                  </a:cubicBezTo>
                  <a:cubicBezTo>
                    <a:pt x="2003668" y="219715"/>
                    <a:pt x="1945968" y="521352"/>
                    <a:pt x="2052411" y="785221"/>
                  </a:cubicBezTo>
                  <a:cubicBezTo>
                    <a:pt x="2103241" y="907648"/>
                    <a:pt x="2075688" y="1048570"/>
                    <a:pt x="1982474" y="1142912"/>
                  </a:cubicBezTo>
                  <a:lnTo>
                    <a:pt x="1734288" y="1391400"/>
                  </a:lnTo>
                  <a:cubicBezTo>
                    <a:pt x="1673019" y="1452309"/>
                    <a:pt x="1589975" y="1486336"/>
                    <a:pt x="1503521" y="1485956"/>
                  </a:cubicBezTo>
                  <a:cubicBezTo>
                    <a:pt x="1460427" y="1485898"/>
                    <a:pt x="1417729" y="1477735"/>
                    <a:pt x="1377660" y="1461892"/>
                  </a:cubicBezTo>
                  <a:cubicBezTo>
                    <a:pt x="1206032" y="1394230"/>
                    <a:pt x="1015067" y="1394230"/>
                    <a:pt x="843439" y="1461892"/>
                  </a:cubicBezTo>
                  <a:cubicBezTo>
                    <a:pt x="803325" y="1477736"/>
                    <a:pt x="760584" y="1485899"/>
                    <a:pt x="717447" y="1485956"/>
                  </a:cubicBezTo>
                  <a:cubicBezTo>
                    <a:pt x="630996" y="1486321"/>
                    <a:pt x="547958" y="1452296"/>
                    <a:pt x="486680" y="1391400"/>
                  </a:cubicBezTo>
                  <a:lnTo>
                    <a:pt x="238625" y="1142912"/>
                  </a:lnTo>
                  <a:cubicBezTo>
                    <a:pt x="144704" y="1048306"/>
                    <a:pt x="117055" y="906540"/>
                    <a:pt x="168557" y="783652"/>
                  </a:cubicBezTo>
                  <a:cubicBezTo>
                    <a:pt x="203280" y="697520"/>
                    <a:pt x="221066" y="605518"/>
                    <a:pt x="220944" y="512669"/>
                  </a:cubicBezTo>
                  <a:close/>
                </a:path>
              </a:pathLst>
            </a:custGeom>
            <a:solidFill>
              <a:srgbClr val="005FA5"/>
            </a:solidFill>
            <a:ln w="13097" cap="flat">
              <a:noFill/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0" name="Freeform 22"/>
            <p:cNvSpPr/>
            <p:nvPr>
              <p:custDataLst>
                <p:tags r:id="rId53"/>
              </p:custDataLst>
            </p:nvPr>
          </p:nvSpPr>
          <p:spPr>
            <a:xfrm>
              <a:off x="7406743" y="4135663"/>
              <a:ext cx="2221230" cy="1495640"/>
            </a:xfrm>
            <a:custGeom>
              <a:avLst/>
              <a:gdLst>
                <a:gd name="connsiteX0" fmla="*/ 1999631 w 2221230"/>
                <a:gd name="connsiteY0" fmla="*/ 983102 h 1495640"/>
                <a:gd name="connsiteX1" fmla="*/ 2198180 w 2221230"/>
                <a:gd name="connsiteY1" fmla="*/ 1481647 h 1495640"/>
                <a:gd name="connsiteX2" fmla="*/ 2212193 w 2221230"/>
                <a:gd name="connsiteY2" fmla="*/ 1495641 h 1495640"/>
                <a:gd name="connsiteX3" fmla="*/ 2221230 w 2221230"/>
                <a:gd name="connsiteY3" fmla="*/ 1485963 h 1495640"/>
                <a:gd name="connsiteX4" fmla="*/ 2208133 w 2221230"/>
                <a:gd name="connsiteY4" fmla="*/ 1472884 h 1495640"/>
                <a:gd name="connsiteX5" fmla="*/ 2064068 w 2221230"/>
                <a:gd name="connsiteY5" fmla="*/ 719836 h 1495640"/>
                <a:gd name="connsiteX6" fmla="*/ 1990201 w 2221230"/>
                <a:gd name="connsiteY6" fmla="*/ 348151 h 1495640"/>
                <a:gd name="connsiteX7" fmla="*/ 1740182 w 2221230"/>
                <a:gd name="connsiteY7" fmla="*/ 98486 h 1495640"/>
                <a:gd name="connsiteX8" fmla="*/ 1500116 w 2221230"/>
                <a:gd name="connsiteY8" fmla="*/ 6 h 1495640"/>
                <a:gd name="connsiteX9" fmla="*/ 1370195 w 2221230"/>
                <a:gd name="connsiteY9" fmla="*/ 24594 h 1495640"/>
                <a:gd name="connsiteX10" fmla="*/ 849988 w 2221230"/>
                <a:gd name="connsiteY10" fmla="*/ 24594 h 1495640"/>
                <a:gd name="connsiteX11" fmla="*/ 720198 w 2221230"/>
                <a:gd name="connsiteY11" fmla="*/ 6 h 1495640"/>
                <a:gd name="connsiteX12" fmla="*/ 480133 w 2221230"/>
                <a:gd name="connsiteY12" fmla="*/ 98486 h 1495640"/>
                <a:gd name="connsiteX13" fmla="*/ 230505 w 2221230"/>
                <a:gd name="connsiteY13" fmla="*/ 348151 h 1495640"/>
                <a:gd name="connsiteX14" fmla="*/ 157163 w 2221230"/>
                <a:gd name="connsiteY14" fmla="*/ 719313 h 1495640"/>
                <a:gd name="connsiteX15" fmla="*/ 11394 w 2221230"/>
                <a:gd name="connsiteY15" fmla="*/ 1474061 h 1495640"/>
                <a:gd name="connsiteX16" fmla="*/ 0 w 2221230"/>
                <a:gd name="connsiteY16" fmla="*/ 1485570 h 1495640"/>
                <a:gd name="connsiteX17" fmla="*/ 8513 w 2221230"/>
                <a:gd name="connsiteY17" fmla="*/ 1495510 h 1495640"/>
                <a:gd name="connsiteX18" fmla="*/ 21610 w 2221230"/>
                <a:gd name="connsiteY18" fmla="*/ 1482431 h 1495640"/>
                <a:gd name="connsiteX19" fmla="*/ 169081 w 2221230"/>
                <a:gd name="connsiteY19" fmla="*/ 714343 h 1495640"/>
                <a:gd name="connsiteX20" fmla="*/ 239411 w 2221230"/>
                <a:gd name="connsiteY20" fmla="*/ 357436 h 1495640"/>
                <a:gd name="connsiteX21" fmla="*/ 489430 w 2221230"/>
                <a:gd name="connsiteY21" fmla="*/ 107772 h 1495640"/>
                <a:gd name="connsiteX22" fmla="*/ 720197 w 2221230"/>
                <a:gd name="connsiteY22" fmla="*/ 13215 h 1495640"/>
                <a:gd name="connsiteX23" fmla="*/ 845272 w 2221230"/>
                <a:gd name="connsiteY23" fmla="*/ 36887 h 1495640"/>
                <a:gd name="connsiteX24" fmla="*/ 1375041 w 2221230"/>
                <a:gd name="connsiteY24" fmla="*/ 36887 h 1495640"/>
                <a:gd name="connsiteX25" fmla="*/ 1500116 w 2221230"/>
                <a:gd name="connsiteY25" fmla="*/ 13215 h 1495640"/>
                <a:gd name="connsiteX26" fmla="*/ 1730883 w 2221230"/>
                <a:gd name="connsiteY26" fmla="*/ 107772 h 1495640"/>
                <a:gd name="connsiteX27" fmla="*/ 1980903 w 2221230"/>
                <a:gd name="connsiteY27" fmla="*/ 357436 h 1495640"/>
                <a:gd name="connsiteX28" fmla="*/ 2050971 w 2221230"/>
                <a:gd name="connsiteY28" fmla="*/ 714343 h 1495640"/>
                <a:gd name="connsiteX29" fmla="*/ 1999631 w 2221230"/>
                <a:gd name="connsiteY29" fmla="*/ 983102 h 1495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221230" h="1495640">
                  <a:moveTo>
                    <a:pt x="1999631" y="983102"/>
                  </a:moveTo>
                  <a:cubicBezTo>
                    <a:pt x="1999328" y="1168563"/>
                    <a:pt x="2070411" y="1347047"/>
                    <a:pt x="2198180" y="1481647"/>
                  </a:cubicBezTo>
                  <a:cubicBezTo>
                    <a:pt x="2202633" y="1486486"/>
                    <a:pt x="2207479" y="1490932"/>
                    <a:pt x="2212193" y="1495641"/>
                  </a:cubicBezTo>
                  <a:lnTo>
                    <a:pt x="2221230" y="1485963"/>
                  </a:lnTo>
                  <a:cubicBezTo>
                    <a:pt x="2216908" y="1481647"/>
                    <a:pt x="2212456" y="1477331"/>
                    <a:pt x="2208133" y="1472884"/>
                  </a:cubicBezTo>
                  <a:cubicBezTo>
                    <a:pt x="2017559" y="1271197"/>
                    <a:pt x="1961366" y="977471"/>
                    <a:pt x="2064068" y="719836"/>
                  </a:cubicBezTo>
                  <a:cubicBezTo>
                    <a:pt x="2116386" y="592366"/>
                    <a:pt x="2087301" y="446010"/>
                    <a:pt x="1990201" y="348151"/>
                  </a:cubicBezTo>
                  <a:lnTo>
                    <a:pt x="1740182" y="98486"/>
                  </a:lnTo>
                  <a:cubicBezTo>
                    <a:pt x="1676569" y="34921"/>
                    <a:pt x="1590107" y="-548"/>
                    <a:pt x="1500116" y="6"/>
                  </a:cubicBezTo>
                  <a:cubicBezTo>
                    <a:pt x="1455649" y="0"/>
                    <a:pt x="1411576" y="8340"/>
                    <a:pt x="1370195" y="24594"/>
                  </a:cubicBezTo>
                  <a:cubicBezTo>
                    <a:pt x="1202943" y="89811"/>
                    <a:pt x="1017241" y="89811"/>
                    <a:pt x="849988" y="24594"/>
                  </a:cubicBezTo>
                  <a:cubicBezTo>
                    <a:pt x="808656" y="8329"/>
                    <a:pt x="764624" y="-12"/>
                    <a:pt x="720198" y="6"/>
                  </a:cubicBezTo>
                  <a:cubicBezTo>
                    <a:pt x="630208" y="-548"/>
                    <a:pt x="543745" y="34921"/>
                    <a:pt x="480133" y="98486"/>
                  </a:cubicBezTo>
                  <a:lnTo>
                    <a:pt x="230505" y="348151"/>
                  </a:lnTo>
                  <a:cubicBezTo>
                    <a:pt x="133870" y="446063"/>
                    <a:pt x="105016" y="592085"/>
                    <a:pt x="157163" y="719313"/>
                  </a:cubicBezTo>
                  <a:cubicBezTo>
                    <a:pt x="260290" y="977739"/>
                    <a:pt x="203368" y="1272468"/>
                    <a:pt x="11394" y="1474061"/>
                  </a:cubicBezTo>
                  <a:cubicBezTo>
                    <a:pt x="7727" y="1477985"/>
                    <a:pt x="3798" y="1481647"/>
                    <a:pt x="0" y="1485570"/>
                  </a:cubicBezTo>
                  <a:lnTo>
                    <a:pt x="8513" y="1495510"/>
                  </a:lnTo>
                  <a:cubicBezTo>
                    <a:pt x="12704" y="1491455"/>
                    <a:pt x="16895" y="1487401"/>
                    <a:pt x="21610" y="1482431"/>
                  </a:cubicBezTo>
                  <a:cubicBezTo>
                    <a:pt x="216502" y="1276998"/>
                    <a:pt x="274064" y="977189"/>
                    <a:pt x="169081" y="714343"/>
                  </a:cubicBezTo>
                  <a:cubicBezTo>
                    <a:pt x="118810" y="592047"/>
                    <a:pt x="146487" y="451595"/>
                    <a:pt x="239411" y="357436"/>
                  </a:cubicBezTo>
                  <a:lnTo>
                    <a:pt x="489430" y="107772"/>
                  </a:lnTo>
                  <a:cubicBezTo>
                    <a:pt x="550700" y="46863"/>
                    <a:pt x="633743" y="12836"/>
                    <a:pt x="720197" y="13215"/>
                  </a:cubicBezTo>
                  <a:cubicBezTo>
                    <a:pt x="763001" y="13268"/>
                    <a:pt x="805418" y="21296"/>
                    <a:pt x="845272" y="36887"/>
                  </a:cubicBezTo>
                  <a:cubicBezTo>
                    <a:pt x="1015597" y="103320"/>
                    <a:pt x="1204717" y="103320"/>
                    <a:pt x="1375041" y="36887"/>
                  </a:cubicBezTo>
                  <a:cubicBezTo>
                    <a:pt x="1414895" y="21296"/>
                    <a:pt x="1457313" y="13268"/>
                    <a:pt x="1500116" y="13215"/>
                  </a:cubicBezTo>
                  <a:cubicBezTo>
                    <a:pt x="1586567" y="12851"/>
                    <a:pt x="1669605" y="46875"/>
                    <a:pt x="1730883" y="107772"/>
                  </a:cubicBezTo>
                  <a:lnTo>
                    <a:pt x="1980903" y="357436"/>
                  </a:lnTo>
                  <a:cubicBezTo>
                    <a:pt x="2073704" y="451670"/>
                    <a:pt x="2101273" y="592095"/>
                    <a:pt x="2050971" y="714343"/>
                  </a:cubicBezTo>
                  <a:cubicBezTo>
                    <a:pt x="2016852" y="799841"/>
                    <a:pt x="1999426" y="891066"/>
                    <a:pt x="1999631" y="983102"/>
                  </a:cubicBezTo>
                  <a:close/>
                </a:path>
              </a:pathLst>
            </a:custGeom>
            <a:solidFill>
              <a:srgbClr val="005FA5"/>
            </a:solidFill>
            <a:ln w="13097" cap="flat">
              <a:noFill/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1" name="Freeform 23"/>
            <p:cNvSpPr/>
            <p:nvPr>
              <p:custDataLst>
                <p:tags r:id="rId54"/>
              </p:custDataLst>
            </p:nvPr>
          </p:nvSpPr>
          <p:spPr>
            <a:xfrm>
              <a:off x="1324700" y="2983994"/>
              <a:ext cx="1837345" cy="2647309"/>
            </a:xfrm>
            <a:custGeom>
              <a:avLst/>
              <a:gdLst>
                <a:gd name="connsiteX0" fmla="*/ 1616271 w 1837345"/>
                <a:gd name="connsiteY0" fmla="*/ 2134771 h 2647309"/>
                <a:gd name="connsiteX1" fmla="*/ 1814819 w 1837345"/>
                <a:gd name="connsiteY1" fmla="*/ 2633315 h 2647309"/>
                <a:gd name="connsiteX2" fmla="*/ 1828833 w 1837345"/>
                <a:gd name="connsiteY2" fmla="*/ 2647309 h 2647309"/>
                <a:gd name="connsiteX3" fmla="*/ 1837346 w 1837345"/>
                <a:gd name="connsiteY3" fmla="*/ 2637239 h 2647309"/>
                <a:gd name="connsiteX4" fmla="*/ 1824249 w 1837345"/>
                <a:gd name="connsiteY4" fmla="*/ 2624161 h 2647309"/>
                <a:gd name="connsiteX5" fmla="*/ 1680183 w 1837345"/>
                <a:gd name="connsiteY5" fmla="*/ 1871112 h 2647309"/>
                <a:gd name="connsiteX6" fmla="*/ 1606972 w 1837345"/>
                <a:gd name="connsiteY6" fmla="*/ 1499819 h 2647309"/>
                <a:gd name="connsiteX7" fmla="*/ 1356953 w 1837345"/>
                <a:gd name="connsiteY7" fmla="*/ 1250155 h 2647309"/>
                <a:gd name="connsiteX8" fmla="*/ 1116756 w 1837345"/>
                <a:gd name="connsiteY8" fmla="*/ 1151675 h 2647309"/>
                <a:gd name="connsiteX9" fmla="*/ 986966 w 1837345"/>
                <a:gd name="connsiteY9" fmla="*/ 1176262 h 2647309"/>
                <a:gd name="connsiteX10" fmla="*/ 62547 w 1837345"/>
                <a:gd name="connsiteY10" fmla="*/ 771359 h 2647309"/>
                <a:gd name="connsiteX11" fmla="*/ 209404 w 1837345"/>
                <a:gd name="connsiteY11" fmla="*/ 21972 h 2647309"/>
                <a:gd name="connsiteX12" fmla="*/ 221322 w 1837345"/>
                <a:gd name="connsiteY12" fmla="*/ 10070 h 2647309"/>
                <a:gd name="connsiteX13" fmla="*/ 212678 w 1837345"/>
                <a:gd name="connsiteY13" fmla="*/ 0 h 2647309"/>
                <a:gd name="connsiteX14" fmla="*/ 199582 w 1837345"/>
                <a:gd name="connsiteY14" fmla="*/ 13078 h 2647309"/>
                <a:gd name="connsiteX15" fmla="*/ 226728 w 1837345"/>
                <a:gd name="connsiteY15" fmla="*/ 1039591 h 2647309"/>
                <a:gd name="connsiteX16" fmla="*/ 991812 w 1837345"/>
                <a:gd name="connsiteY16" fmla="*/ 1189079 h 2647309"/>
                <a:gd name="connsiteX17" fmla="*/ 1116756 w 1837345"/>
                <a:gd name="connsiteY17" fmla="*/ 1165407 h 2647309"/>
                <a:gd name="connsiteX18" fmla="*/ 1347523 w 1837345"/>
                <a:gd name="connsiteY18" fmla="*/ 1259963 h 2647309"/>
                <a:gd name="connsiteX19" fmla="*/ 1597673 w 1837345"/>
                <a:gd name="connsiteY19" fmla="*/ 1509236 h 2647309"/>
                <a:gd name="connsiteX20" fmla="*/ 1667872 w 1837345"/>
                <a:gd name="connsiteY20" fmla="*/ 1866012 h 2647309"/>
                <a:gd name="connsiteX21" fmla="*/ 1616271 w 1837345"/>
                <a:gd name="connsiteY21" fmla="*/ 2134771 h 2647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37345" h="2647309">
                  <a:moveTo>
                    <a:pt x="1616271" y="2134771"/>
                  </a:moveTo>
                  <a:cubicBezTo>
                    <a:pt x="1615968" y="2320231"/>
                    <a:pt x="1687050" y="2498716"/>
                    <a:pt x="1814819" y="2633315"/>
                  </a:cubicBezTo>
                  <a:cubicBezTo>
                    <a:pt x="1819403" y="2638024"/>
                    <a:pt x="1824118" y="2642601"/>
                    <a:pt x="1828833" y="2647309"/>
                  </a:cubicBezTo>
                  <a:lnTo>
                    <a:pt x="1837346" y="2637239"/>
                  </a:lnTo>
                  <a:cubicBezTo>
                    <a:pt x="1833024" y="2632923"/>
                    <a:pt x="1828571" y="2628607"/>
                    <a:pt x="1824249" y="2624161"/>
                  </a:cubicBezTo>
                  <a:cubicBezTo>
                    <a:pt x="1633554" y="2422535"/>
                    <a:pt x="1577347" y="2128734"/>
                    <a:pt x="1680183" y="1871112"/>
                  </a:cubicBezTo>
                  <a:cubicBezTo>
                    <a:pt x="1732350" y="1743866"/>
                    <a:pt x="1703552" y="1597819"/>
                    <a:pt x="1606972" y="1499819"/>
                  </a:cubicBezTo>
                  <a:lnTo>
                    <a:pt x="1356953" y="1250155"/>
                  </a:lnTo>
                  <a:cubicBezTo>
                    <a:pt x="1293275" y="1186607"/>
                    <a:pt x="1206780" y="1151145"/>
                    <a:pt x="1116756" y="1151675"/>
                  </a:cubicBezTo>
                  <a:cubicBezTo>
                    <a:pt x="1072330" y="1151657"/>
                    <a:pt x="1028298" y="1159998"/>
                    <a:pt x="986966" y="1176262"/>
                  </a:cubicBezTo>
                  <a:cubicBezTo>
                    <a:pt x="619725" y="1319360"/>
                    <a:pt x="205848" y="1138079"/>
                    <a:pt x="62547" y="771359"/>
                  </a:cubicBezTo>
                  <a:cubicBezTo>
                    <a:pt x="-37927" y="514239"/>
                    <a:pt x="19283" y="222306"/>
                    <a:pt x="209404" y="21972"/>
                  </a:cubicBezTo>
                  <a:lnTo>
                    <a:pt x="221322" y="10070"/>
                  </a:lnTo>
                  <a:lnTo>
                    <a:pt x="212678" y="0"/>
                  </a:lnTo>
                  <a:cubicBezTo>
                    <a:pt x="208487" y="4316"/>
                    <a:pt x="204035" y="8501"/>
                    <a:pt x="199582" y="13078"/>
                  </a:cubicBezTo>
                  <a:cubicBezTo>
                    <a:pt x="-76788" y="304028"/>
                    <a:pt x="-64635" y="763613"/>
                    <a:pt x="226728" y="1039591"/>
                  </a:cubicBezTo>
                  <a:cubicBezTo>
                    <a:pt x="431197" y="1233264"/>
                    <a:pt x="729322" y="1291514"/>
                    <a:pt x="991812" y="1189079"/>
                  </a:cubicBezTo>
                  <a:cubicBezTo>
                    <a:pt x="1031623" y="1173498"/>
                    <a:pt x="1073996" y="1165470"/>
                    <a:pt x="1116756" y="1165407"/>
                  </a:cubicBezTo>
                  <a:cubicBezTo>
                    <a:pt x="1203215" y="1164999"/>
                    <a:pt x="1286269" y="1199030"/>
                    <a:pt x="1347523" y="1259963"/>
                  </a:cubicBezTo>
                  <a:lnTo>
                    <a:pt x="1597673" y="1509236"/>
                  </a:lnTo>
                  <a:cubicBezTo>
                    <a:pt x="1690561" y="1603365"/>
                    <a:pt x="1718190" y="1743785"/>
                    <a:pt x="1667872" y="1866012"/>
                  </a:cubicBezTo>
                  <a:cubicBezTo>
                    <a:pt x="1633664" y="1951492"/>
                    <a:pt x="1616148" y="2042718"/>
                    <a:pt x="1616271" y="2134771"/>
                  </a:cubicBezTo>
                  <a:close/>
                </a:path>
              </a:pathLst>
            </a:custGeom>
            <a:solidFill>
              <a:srgbClr val="005FA5"/>
            </a:solidFill>
            <a:ln w="13097" cap="flat">
              <a:noFill/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2" name="Freeform 24"/>
            <p:cNvSpPr/>
            <p:nvPr>
              <p:custDataLst>
                <p:tags r:id="rId55"/>
              </p:custDataLst>
            </p:nvPr>
          </p:nvSpPr>
          <p:spPr>
            <a:xfrm>
              <a:off x="4173649" y="4135794"/>
              <a:ext cx="2221099" cy="1495509"/>
            </a:xfrm>
            <a:custGeom>
              <a:avLst/>
              <a:gdLst>
                <a:gd name="connsiteX0" fmla="*/ 1999893 w 2221099"/>
                <a:gd name="connsiteY0" fmla="*/ 982971 h 1495509"/>
                <a:gd name="connsiteX1" fmla="*/ 2198573 w 2221099"/>
                <a:gd name="connsiteY1" fmla="*/ 1481516 h 1495509"/>
                <a:gd name="connsiteX2" fmla="*/ 2212586 w 2221099"/>
                <a:gd name="connsiteY2" fmla="*/ 1495510 h 1495509"/>
                <a:gd name="connsiteX3" fmla="*/ 2221099 w 2221099"/>
                <a:gd name="connsiteY3" fmla="*/ 1485570 h 1495509"/>
                <a:gd name="connsiteX4" fmla="*/ 2208002 w 2221099"/>
                <a:gd name="connsiteY4" fmla="*/ 1472492 h 1495509"/>
                <a:gd name="connsiteX5" fmla="*/ 2063937 w 2221099"/>
                <a:gd name="connsiteY5" fmla="*/ 719182 h 1495509"/>
                <a:gd name="connsiteX6" fmla="*/ 1990594 w 2221099"/>
                <a:gd name="connsiteY6" fmla="*/ 348020 h 1495509"/>
                <a:gd name="connsiteX7" fmla="*/ 1740575 w 2221099"/>
                <a:gd name="connsiteY7" fmla="*/ 98486 h 1495509"/>
                <a:gd name="connsiteX8" fmla="*/ 1500509 w 2221099"/>
                <a:gd name="connsiteY8" fmla="*/ 6 h 1495509"/>
                <a:gd name="connsiteX9" fmla="*/ 1370719 w 2221099"/>
                <a:gd name="connsiteY9" fmla="*/ 24594 h 1495509"/>
                <a:gd name="connsiteX10" fmla="*/ 850511 w 2221099"/>
                <a:gd name="connsiteY10" fmla="*/ 24594 h 1495509"/>
                <a:gd name="connsiteX11" fmla="*/ 720590 w 2221099"/>
                <a:gd name="connsiteY11" fmla="*/ 6 h 1495509"/>
                <a:gd name="connsiteX12" fmla="*/ 480524 w 2221099"/>
                <a:gd name="connsiteY12" fmla="*/ 98486 h 1495509"/>
                <a:gd name="connsiteX13" fmla="*/ 230505 w 2221099"/>
                <a:gd name="connsiteY13" fmla="*/ 348020 h 1495509"/>
                <a:gd name="connsiteX14" fmla="*/ 157425 w 2221099"/>
                <a:gd name="connsiteY14" fmla="*/ 719182 h 1495509"/>
                <a:gd name="connsiteX15" fmla="*/ 11525 w 2221099"/>
                <a:gd name="connsiteY15" fmla="*/ 1474061 h 1495509"/>
                <a:gd name="connsiteX16" fmla="*/ 0 w 2221099"/>
                <a:gd name="connsiteY16" fmla="*/ 1485570 h 1495509"/>
                <a:gd name="connsiteX17" fmla="*/ 8513 w 2221099"/>
                <a:gd name="connsiteY17" fmla="*/ 1495510 h 1495509"/>
                <a:gd name="connsiteX18" fmla="*/ 21610 w 2221099"/>
                <a:gd name="connsiteY18" fmla="*/ 1482432 h 1495509"/>
                <a:gd name="connsiteX19" fmla="*/ 169605 w 2221099"/>
                <a:gd name="connsiteY19" fmla="*/ 714212 h 1495509"/>
                <a:gd name="connsiteX20" fmla="*/ 239935 w 2221099"/>
                <a:gd name="connsiteY20" fmla="*/ 357306 h 1495509"/>
                <a:gd name="connsiteX21" fmla="*/ 489823 w 2221099"/>
                <a:gd name="connsiteY21" fmla="*/ 107641 h 1495509"/>
                <a:gd name="connsiteX22" fmla="*/ 720590 w 2221099"/>
                <a:gd name="connsiteY22" fmla="*/ 13085 h 1495509"/>
                <a:gd name="connsiteX23" fmla="*/ 845665 w 2221099"/>
                <a:gd name="connsiteY23" fmla="*/ 36756 h 1495509"/>
                <a:gd name="connsiteX24" fmla="*/ 1375434 w 2221099"/>
                <a:gd name="connsiteY24" fmla="*/ 36756 h 1495509"/>
                <a:gd name="connsiteX25" fmla="*/ 1500509 w 2221099"/>
                <a:gd name="connsiteY25" fmla="*/ 13085 h 1495509"/>
                <a:gd name="connsiteX26" fmla="*/ 1731276 w 2221099"/>
                <a:gd name="connsiteY26" fmla="*/ 107641 h 1495509"/>
                <a:gd name="connsiteX27" fmla="*/ 1981164 w 2221099"/>
                <a:gd name="connsiteY27" fmla="*/ 357306 h 1495509"/>
                <a:gd name="connsiteX28" fmla="*/ 2051495 w 2221099"/>
                <a:gd name="connsiteY28" fmla="*/ 714212 h 1495509"/>
                <a:gd name="connsiteX29" fmla="*/ 1999893 w 2221099"/>
                <a:gd name="connsiteY29" fmla="*/ 982971 h 1495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221099" h="1495509">
                  <a:moveTo>
                    <a:pt x="1999893" y="982971"/>
                  </a:moveTo>
                  <a:cubicBezTo>
                    <a:pt x="1999585" y="1168458"/>
                    <a:pt x="2070721" y="1346959"/>
                    <a:pt x="2198573" y="1481516"/>
                  </a:cubicBezTo>
                  <a:cubicBezTo>
                    <a:pt x="2203026" y="1486355"/>
                    <a:pt x="2207871" y="1490932"/>
                    <a:pt x="2212586" y="1495510"/>
                  </a:cubicBezTo>
                  <a:lnTo>
                    <a:pt x="2221099" y="1485570"/>
                  </a:lnTo>
                  <a:cubicBezTo>
                    <a:pt x="2216777" y="1481124"/>
                    <a:pt x="2212324" y="1476939"/>
                    <a:pt x="2208002" y="1472492"/>
                  </a:cubicBezTo>
                  <a:cubicBezTo>
                    <a:pt x="2017231" y="1270799"/>
                    <a:pt x="1961021" y="976881"/>
                    <a:pt x="2063937" y="719182"/>
                  </a:cubicBezTo>
                  <a:cubicBezTo>
                    <a:pt x="2116083" y="591954"/>
                    <a:pt x="2087229" y="445932"/>
                    <a:pt x="1990594" y="348020"/>
                  </a:cubicBezTo>
                  <a:lnTo>
                    <a:pt x="1740575" y="98486"/>
                  </a:lnTo>
                  <a:cubicBezTo>
                    <a:pt x="1676962" y="34921"/>
                    <a:pt x="1590500" y="-548"/>
                    <a:pt x="1500509" y="6"/>
                  </a:cubicBezTo>
                  <a:cubicBezTo>
                    <a:pt x="1456084" y="-12"/>
                    <a:pt x="1412052" y="8329"/>
                    <a:pt x="1370719" y="24594"/>
                  </a:cubicBezTo>
                  <a:cubicBezTo>
                    <a:pt x="1203466" y="89811"/>
                    <a:pt x="1017765" y="89811"/>
                    <a:pt x="850511" y="24594"/>
                  </a:cubicBezTo>
                  <a:cubicBezTo>
                    <a:pt x="809130" y="8340"/>
                    <a:pt x="765057" y="0"/>
                    <a:pt x="720590" y="6"/>
                  </a:cubicBezTo>
                  <a:cubicBezTo>
                    <a:pt x="630599" y="-548"/>
                    <a:pt x="544137" y="34921"/>
                    <a:pt x="480524" y="98486"/>
                  </a:cubicBezTo>
                  <a:lnTo>
                    <a:pt x="230505" y="348020"/>
                  </a:lnTo>
                  <a:cubicBezTo>
                    <a:pt x="133929" y="445973"/>
                    <a:pt x="105175" y="592009"/>
                    <a:pt x="157425" y="719182"/>
                  </a:cubicBezTo>
                  <a:cubicBezTo>
                    <a:pt x="260371" y="977690"/>
                    <a:pt x="203415" y="1272377"/>
                    <a:pt x="11525" y="1474061"/>
                  </a:cubicBezTo>
                  <a:cubicBezTo>
                    <a:pt x="7727" y="1477985"/>
                    <a:pt x="3798" y="1481647"/>
                    <a:pt x="0" y="1485570"/>
                  </a:cubicBezTo>
                  <a:lnTo>
                    <a:pt x="8513" y="1495510"/>
                  </a:lnTo>
                  <a:cubicBezTo>
                    <a:pt x="12704" y="1491455"/>
                    <a:pt x="17026" y="1487401"/>
                    <a:pt x="21610" y="1482432"/>
                  </a:cubicBezTo>
                  <a:cubicBezTo>
                    <a:pt x="216736" y="1277085"/>
                    <a:pt x="274509" y="977195"/>
                    <a:pt x="169605" y="714212"/>
                  </a:cubicBezTo>
                  <a:cubicBezTo>
                    <a:pt x="119226" y="591927"/>
                    <a:pt x="146915" y="451413"/>
                    <a:pt x="239935" y="357306"/>
                  </a:cubicBezTo>
                  <a:lnTo>
                    <a:pt x="489823" y="107641"/>
                  </a:lnTo>
                  <a:cubicBezTo>
                    <a:pt x="551101" y="46745"/>
                    <a:pt x="634140" y="12720"/>
                    <a:pt x="720590" y="13085"/>
                  </a:cubicBezTo>
                  <a:cubicBezTo>
                    <a:pt x="763394" y="13137"/>
                    <a:pt x="805811" y="21165"/>
                    <a:pt x="845665" y="36756"/>
                  </a:cubicBezTo>
                  <a:cubicBezTo>
                    <a:pt x="1015989" y="103189"/>
                    <a:pt x="1205110" y="103189"/>
                    <a:pt x="1375434" y="36756"/>
                  </a:cubicBezTo>
                  <a:cubicBezTo>
                    <a:pt x="1415288" y="21165"/>
                    <a:pt x="1457706" y="13137"/>
                    <a:pt x="1500509" y="13085"/>
                  </a:cubicBezTo>
                  <a:cubicBezTo>
                    <a:pt x="1586963" y="12705"/>
                    <a:pt x="1670006" y="46732"/>
                    <a:pt x="1731276" y="107641"/>
                  </a:cubicBezTo>
                  <a:lnTo>
                    <a:pt x="1981164" y="357306"/>
                  </a:lnTo>
                  <a:cubicBezTo>
                    <a:pt x="2074185" y="451414"/>
                    <a:pt x="2101874" y="591927"/>
                    <a:pt x="2051495" y="714212"/>
                  </a:cubicBezTo>
                  <a:cubicBezTo>
                    <a:pt x="2017286" y="799692"/>
                    <a:pt x="1999771" y="890919"/>
                    <a:pt x="1999893" y="982971"/>
                  </a:cubicBezTo>
                  <a:close/>
                </a:path>
              </a:pathLst>
            </a:custGeom>
            <a:solidFill>
              <a:srgbClr val="005FA5"/>
            </a:solidFill>
            <a:ln w="13097" cap="flat">
              <a:noFill/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84" name="Graphic 86"/>
            <p:cNvSpPr/>
            <p:nvPr>
              <p:custDataLst>
                <p:tags r:id="rId56"/>
              </p:custDataLst>
            </p:nvPr>
          </p:nvSpPr>
          <p:spPr>
            <a:xfrm flipV="1">
              <a:off x="3193833" y="5580095"/>
              <a:ext cx="943249" cy="266676"/>
            </a:xfrm>
            <a:custGeom>
              <a:avLst/>
              <a:gdLst>
                <a:gd name="connsiteX0" fmla="*/ 77858 w 943249"/>
                <a:gd name="connsiteY0" fmla="*/ 266677 h 266676"/>
                <a:gd name="connsiteX1" fmla="*/ 0 w 943249"/>
                <a:gd name="connsiteY1" fmla="*/ 191331 h 266676"/>
                <a:gd name="connsiteX2" fmla="*/ 34859 w 943249"/>
                <a:gd name="connsiteY2" fmla="*/ 128694 h 266676"/>
                <a:gd name="connsiteX3" fmla="*/ 904322 w 943249"/>
                <a:gd name="connsiteY3" fmla="*/ 114144 h 266676"/>
                <a:gd name="connsiteX4" fmla="*/ 932762 w 943249"/>
                <a:gd name="connsiteY4" fmla="*/ 216978 h 266676"/>
                <a:gd name="connsiteX5" fmla="*/ 826265 w 943249"/>
                <a:gd name="connsiteY5" fmla="*/ 244440 h 266676"/>
                <a:gd name="connsiteX6" fmla="*/ 823130 w 943249"/>
                <a:gd name="connsiteY6" fmla="*/ 242593 h 266676"/>
                <a:gd name="connsiteX7" fmla="*/ 120727 w 943249"/>
                <a:gd name="connsiteY7" fmla="*/ 254258 h 266676"/>
                <a:gd name="connsiteX8" fmla="*/ 77858 w 943249"/>
                <a:gd name="connsiteY8" fmla="*/ 266677 h 266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3249" h="266676">
                  <a:moveTo>
                    <a:pt x="77858" y="266677"/>
                  </a:moveTo>
                  <a:cubicBezTo>
                    <a:pt x="34811" y="266630"/>
                    <a:pt x="-47" y="232897"/>
                    <a:pt x="0" y="191331"/>
                  </a:cubicBezTo>
                  <a:cubicBezTo>
                    <a:pt x="29" y="166134"/>
                    <a:pt x="13114" y="142622"/>
                    <a:pt x="34859" y="128694"/>
                  </a:cubicBezTo>
                  <a:cubicBezTo>
                    <a:pt x="297577" y="-37485"/>
                    <a:pt x="635798" y="-43145"/>
                    <a:pt x="904322" y="114144"/>
                  </a:cubicBezTo>
                  <a:cubicBezTo>
                    <a:pt x="941584" y="134958"/>
                    <a:pt x="954316" y="180997"/>
                    <a:pt x="932762" y="216978"/>
                  </a:cubicBezTo>
                  <a:cubicBezTo>
                    <a:pt x="911207" y="252959"/>
                    <a:pt x="863526" y="265253"/>
                    <a:pt x="826265" y="244440"/>
                  </a:cubicBezTo>
                  <a:cubicBezTo>
                    <a:pt x="825205" y="243848"/>
                    <a:pt x="824160" y="243232"/>
                    <a:pt x="823130" y="242593"/>
                  </a:cubicBezTo>
                  <a:cubicBezTo>
                    <a:pt x="606196" y="115581"/>
                    <a:pt x="333011" y="120118"/>
                    <a:pt x="120727" y="254258"/>
                  </a:cubicBezTo>
                  <a:cubicBezTo>
                    <a:pt x="108002" y="262355"/>
                    <a:pt x="93097" y="266673"/>
                    <a:pt x="77858" y="266677"/>
                  </a:cubicBezTo>
                  <a:close/>
                </a:path>
              </a:pathLst>
            </a:custGeom>
            <a:solidFill>
              <a:srgbClr val="005FA5"/>
            </a:solidFill>
            <a:ln w="12917" cap="flat">
              <a:noFill/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85" name="Graphic 87"/>
            <p:cNvSpPr/>
            <p:nvPr>
              <p:custDataLst>
                <p:tags r:id="rId57"/>
              </p:custDataLst>
            </p:nvPr>
          </p:nvSpPr>
          <p:spPr>
            <a:xfrm flipV="1">
              <a:off x="6426394" y="5580095"/>
              <a:ext cx="943249" cy="266676"/>
            </a:xfrm>
            <a:custGeom>
              <a:avLst/>
              <a:gdLst>
                <a:gd name="connsiteX0" fmla="*/ 77858 w 943249"/>
                <a:gd name="connsiteY0" fmla="*/ 266677 h 266676"/>
                <a:gd name="connsiteX1" fmla="*/ 0 w 943249"/>
                <a:gd name="connsiteY1" fmla="*/ 191331 h 266676"/>
                <a:gd name="connsiteX2" fmla="*/ 34859 w 943249"/>
                <a:gd name="connsiteY2" fmla="*/ 128694 h 266676"/>
                <a:gd name="connsiteX3" fmla="*/ 904322 w 943249"/>
                <a:gd name="connsiteY3" fmla="*/ 114144 h 266676"/>
                <a:gd name="connsiteX4" fmla="*/ 932762 w 943249"/>
                <a:gd name="connsiteY4" fmla="*/ 216978 h 266676"/>
                <a:gd name="connsiteX5" fmla="*/ 826265 w 943249"/>
                <a:gd name="connsiteY5" fmla="*/ 244440 h 266676"/>
                <a:gd name="connsiteX6" fmla="*/ 823130 w 943249"/>
                <a:gd name="connsiteY6" fmla="*/ 242593 h 266676"/>
                <a:gd name="connsiteX7" fmla="*/ 120727 w 943249"/>
                <a:gd name="connsiteY7" fmla="*/ 254258 h 266676"/>
                <a:gd name="connsiteX8" fmla="*/ 77858 w 943249"/>
                <a:gd name="connsiteY8" fmla="*/ 266677 h 266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3249" h="266676">
                  <a:moveTo>
                    <a:pt x="77858" y="266677"/>
                  </a:moveTo>
                  <a:cubicBezTo>
                    <a:pt x="34811" y="266630"/>
                    <a:pt x="-47" y="232897"/>
                    <a:pt x="0" y="191331"/>
                  </a:cubicBezTo>
                  <a:cubicBezTo>
                    <a:pt x="29" y="166134"/>
                    <a:pt x="13114" y="142622"/>
                    <a:pt x="34859" y="128694"/>
                  </a:cubicBezTo>
                  <a:cubicBezTo>
                    <a:pt x="297577" y="-37485"/>
                    <a:pt x="635798" y="-43145"/>
                    <a:pt x="904322" y="114144"/>
                  </a:cubicBezTo>
                  <a:cubicBezTo>
                    <a:pt x="941584" y="134958"/>
                    <a:pt x="954316" y="180997"/>
                    <a:pt x="932762" y="216978"/>
                  </a:cubicBezTo>
                  <a:cubicBezTo>
                    <a:pt x="911207" y="252959"/>
                    <a:pt x="863526" y="265253"/>
                    <a:pt x="826265" y="244440"/>
                  </a:cubicBezTo>
                  <a:cubicBezTo>
                    <a:pt x="825205" y="243848"/>
                    <a:pt x="824160" y="243232"/>
                    <a:pt x="823130" y="242593"/>
                  </a:cubicBezTo>
                  <a:cubicBezTo>
                    <a:pt x="606196" y="115581"/>
                    <a:pt x="333011" y="120118"/>
                    <a:pt x="120727" y="254258"/>
                  </a:cubicBezTo>
                  <a:cubicBezTo>
                    <a:pt x="108002" y="262355"/>
                    <a:pt x="93097" y="266673"/>
                    <a:pt x="77858" y="266677"/>
                  </a:cubicBezTo>
                  <a:close/>
                </a:path>
              </a:pathLst>
            </a:custGeom>
            <a:solidFill>
              <a:schemeClr val="accent1"/>
            </a:solidFill>
            <a:ln w="12917" cap="flat">
              <a:noFill/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86" name="Graphic 88"/>
            <p:cNvSpPr/>
            <p:nvPr>
              <p:custDataLst>
                <p:tags r:id="rId58"/>
              </p:custDataLst>
            </p:nvPr>
          </p:nvSpPr>
          <p:spPr>
            <a:xfrm flipV="1">
              <a:off x="9659577" y="5580095"/>
              <a:ext cx="943249" cy="266676"/>
            </a:xfrm>
            <a:custGeom>
              <a:avLst/>
              <a:gdLst>
                <a:gd name="connsiteX0" fmla="*/ 77858 w 943249"/>
                <a:gd name="connsiteY0" fmla="*/ 266677 h 266676"/>
                <a:gd name="connsiteX1" fmla="*/ 0 w 943249"/>
                <a:gd name="connsiteY1" fmla="*/ 191331 h 266676"/>
                <a:gd name="connsiteX2" fmla="*/ 34859 w 943249"/>
                <a:gd name="connsiteY2" fmla="*/ 128694 h 266676"/>
                <a:gd name="connsiteX3" fmla="*/ 904322 w 943249"/>
                <a:gd name="connsiteY3" fmla="*/ 114144 h 266676"/>
                <a:gd name="connsiteX4" fmla="*/ 932762 w 943249"/>
                <a:gd name="connsiteY4" fmla="*/ 216978 h 266676"/>
                <a:gd name="connsiteX5" fmla="*/ 826265 w 943249"/>
                <a:gd name="connsiteY5" fmla="*/ 244440 h 266676"/>
                <a:gd name="connsiteX6" fmla="*/ 823130 w 943249"/>
                <a:gd name="connsiteY6" fmla="*/ 242593 h 266676"/>
                <a:gd name="connsiteX7" fmla="*/ 120727 w 943249"/>
                <a:gd name="connsiteY7" fmla="*/ 254258 h 266676"/>
                <a:gd name="connsiteX8" fmla="*/ 77858 w 943249"/>
                <a:gd name="connsiteY8" fmla="*/ 266677 h 266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3249" h="266676">
                  <a:moveTo>
                    <a:pt x="77858" y="266677"/>
                  </a:moveTo>
                  <a:cubicBezTo>
                    <a:pt x="34811" y="266630"/>
                    <a:pt x="-47" y="232897"/>
                    <a:pt x="0" y="191331"/>
                  </a:cubicBezTo>
                  <a:cubicBezTo>
                    <a:pt x="29" y="166134"/>
                    <a:pt x="13114" y="142622"/>
                    <a:pt x="34859" y="128694"/>
                  </a:cubicBezTo>
                  <a:cubicBezTo>
                    <a:pt x="297577" y="-37485"/>
                    <a:pt x="635798" y="-43145"/>
                    <a:pt x="904322" y="114144"/>
                  </a:cubicBezTo>
                  <a:cubicBezTo>
                    <a:pt x="941584" y="134958"/>
                    <a:pt x="954316" y="180997"/>
                    <a:pt x="932762" y="216978"/>
                  </a:cubicBezTo>
                  <a:cubicBezTo>
                    <a:pt x="911207" y="252959"/>
                    <a:pt x="863526" y="265253"/>
                    <a:pt x="826265" y="244440"/>
                  </a:cubicBezTo>
                  <a:cubicBezTo>
                    <a:pt x="825205" y="243848"/>
                    <a:pt x="824160" y="243232"/>
                    <a:pt x="823130" y="242593"/>
                  </a:cubicBezTo>
                  <a:cubicBezTo>
                    <a:pt x="606196" y="115581"/>
                    <a:pt x="333011" y="120118"/>
                    <a:pt x="120727" y="254258"/>
                  </a:cubicBezTo>
                  <a:cubicBezTo>
                    <a:pt x="108002" y="262355"/>
                    <a:pt x="93097" y="266673"/>
                    <a:pt x="77858" y="266677"/>
                  </a:cubicBezTo>
                  <a:close/>
                </a:path>
              </a:pathLst>
            </a:custGeom>
            <a:solidFill>
              <a:srgbClr val="005FA5"/>
            </a:solidFill>
            <a:ln w="12917" cap="flat">
              <a:noFill/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87" name="Graphic 85"/>
            <p:cNvSpPr/>
            <p:nvPr>
              <p:custDataLst>
                <p:tags r:id="rId59"/>
              </p:custDataLst>
            </p:nvPr>
          </p:nvSpPr>
          <p:spPr>
            <a:xfrm>
              <a:off x="8042779" y="2760301"/>
              <a:ext cx="943249" cy="266676"/>
            </a:xfrm>
            <a:custGeom>
              <a:avLst/>
              <a:gdLst>
                <a:gd name="connsiteX0" fmla="*/ 77858 w 943249"/>
                <a:gd name="connsiteY0" fmla="*/ 266677 h 266676"/>
                <a:gd name="connsiteX1" fmla="*/ 0 w 943249"/>
                <a:gd name="connsiteY1" fmla="*/ 191331 h 266676"/>
                <a:gd name="connsiteX2" fmla="*/ 34859 w 943249"/>
                <a:gd name="connsiteY2" fmla="*/ 128694 h 266676"/>
                <a:gd name="connsiteX3" fmla="*/ 904322 w 943249"/>
                <a:gd name="connsiteY3" fmla="*/ 114144 h 266676"/>
                <a:gd name="connsiteX4" fmla="*/ 932762 w 943249"/>
                <a:gd name="connsiteY4" fmla="*/ 216978 h 266676"/>
                <a:gd name="connsiteX5" fmla="*/ 826265 w 943249"/>
                <a:gd name="connsiteY5" fmla="*/ 244440 h 266676"/>
                <a:gd name="connsiteX6" fmla="*/ 823130 w 943249"/>
                <a:gd name="connsiteY6" fmla="*/ 242593 h 266676"/>
                <a:gd name="connsiteX7" fmla="*/ 120727 w 943249"/>
                <a:gd name="connsiteY7" fmla="*/ 254258 h 266676"/>
                <a:gd name="connsiteX8" fmla="*/ 77858 w 943249"/>
                <a:gd name="connsiteY8" fmla="*/ 266677 h 266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3249" h="266676">
                  <a:moveTo>
                    <a:pt x="77858" y="266677"/>
                  </a:moveTo>
                  <a:cubicBezTo>
                    <a:pt x="34811" y="266630"/>
                    <a:pt x="-47" y="232897"/>
                    <a:pt x="0" y="191331"/>
                  </a:cubicBezTo>
                  <a:cubicBezTo>
                    <a:pt x="29" y="166134"/>
                    <a:pt x="13114" y="142622"/>
                    <a:pt x="34859" y="128694"/>
                  </a:cubicBezTo>
                  <a:cubicBezTo>
                    <a:pt x="297577" y="-37485"/>
                    <a:pt x="635798" y="-43145"/>
                    <a:pt x="904322" y="114144"/>
                  </a:cubicBezTo>
                  <a:cubicBezTo>
                    <a:pt x="941584" y="134958"/>
                    <a:pt x="954316" y="180997"/>
                    <a:pt x="932762" y="216978"/>
                  </a:cubicBezTo>
                  <a:cubicBezTo>
                    <a:pt x="911207" y="252959"/>
                    <a:pt x="863526" y="265253"/>
                    <a:pt x="826265" y="244440"/>
                  </a:cubicBezTo>
                  <a:cubicBezTo>
                    <a:pt x="825205" y="243848"/>
                    <a:pt x="824160" y="243232"/>
                    <a:pt x="823130" y="242593"/>
                  </a:cubicBezTo>
                  <a:cubicBezTo>
                    <a:pt x="606196" y="115581"/>
                    <a:pt x="333011" y="120118"/>
                    <a:pt x="120727" y="254258"/>
                  </a:cubicBezTo>
                  <a:cubicBezTo>
                    <a:pt x="108002" y="262355"/>
                    <a:pt x="93097" y="266673"/>
                    <a:pt x="77858" y="266677"/>
                  </a:cubicBezTo>
                  <a:close/>
                </a:path>
              </a:pathLst>
            </a:custGeom>
            <a:solidFill>
              <a:srgbClr val="005FA5"/>
            </a:solidFill>
            <a:ln w="12917" cap="flat">
              <a:noFill/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88" name="Graphic 84"/>
            <p:cNvSpPr/>
            <p:nvPr>
              <p:custDataLst>
                <p:tags r:id="rId60"/>
              </p:custDataLst>
            </p:nvPr>
          </p:nvSpPr>
          <p:spPr>
            <a:xfrm>
              <a:off x="4809955" y="2760301"/>
              <a:ext cx="943249" cy="266676"/>
            </a:xfrm>
            <a:custGeom>
              <a:avLst/>
              <a:gdLst>
                <a:gd name="connsiteX0" fmla="*/ 77858 w 943249"/>
                <a:gd name="connsiteY0" fmla="*/ 266677 h 266676"/>
                <a:gd name="connsiteX1" fmla="*/ 0 w 943249"/>
                <a:gd name="connsiteY1" fmla="*/ 191331 h 266676"/>
                <a:gd name="connsiteX2" fmla="*/ 34859 w 943249"/>
                <a:gd name="connsiteY2" fmla="*/ 128694 h 266676"/>
                <a:gd name="connsiteX3" fmla="*/ 904322 w 943249"/>
                <a:gd name="connsiteY3" fmla="*/ 114144 h 266676"/>
                <a:gd name="connsiteX4" fmla="*/ 932762 w 943249"/>
                <a:gd name="connsiteY4" fmla="*/ 216978 h 266676"/>
                <a:gd name="connsiteX5" fmla="*/ 826265 w 943249"/>
                <a:gd name="connsiteY5" fmla="*/ 244440 h 266676"/>
                <a:gd name="connsiteX6" fmla="*/ 823130 w 943249"/>
                <a:gd name="connsiteY6" fmla="*/ 242593 h 266676"/>
                <a:gd name="connsiteX7" fmla="*/ 120727 w 943249"/>
                <a:gd name="connsiteY7" fmla="*/ 254258 h 266676"/>
                <a:gd name="connsiteX8" fmla="*/ 77858 w 943249"/>
                <a:gd name="connsiteY8" fmla="*/ 266677 h 266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3249" h="266676">
                  <a:moveTo>
                    <a:pt x="77858" y="266677"/>
                  </a:moveTo>
                  <a:cubicBezTo>
                    <a:pt x="34811" y="266630"/>
                    <a:pt x="-47" y="232897"/>
                    <a:pt x="0" y="191331"/>
                  </a:cubicBezTo>
                  <a:cubicBezTo>
                    <a:pt x="29" y="166134"/>
                    <a:pt x="13114" y="142622"/>
                    <a:pt x="34859" y="128694"/>
                  </a:cubicBezTo>
                  <a:cubicBezTo>
                    <a:pt x="297577" y="-37485"/>
                    <a:pt x="635798" y="-43145"/>
                    <a:pt x="904322" y="114144"/>
                  </a:cubicBezTo>
                  <a:cubicBezTo>
                    <a:pt x="941584" y="134958"/>
                    <a:pt x="954316" y="180997"/>
                    <a:pt x="932762" y="216978"/>
                  </a:cubicBezTo>
                  <a:cubicBezTo>
                    <a:pt x="911207" y="252959"/>
                    <a:pt x="863526" y="265253"/>
                    <a:pt x="826265" y="244440"/>
                  </a:cubicBezTo>
                  <a:cubicBezTo>
                    <a:pt x="825205" y="243848"/>
                    <a:pt x="824160" y="243232"/>
                    <a:pt x="823130" y="242593"/>
                  </a:cubicBezTo>
                  <a:cubicBezTo>
                    <a:pt x="606196" y="115581"/>
                    <a:pt x="333011" y="120118"/>
                    <a:pt x="120727" y="254258"/>
                  </a:cubicBezTo>
                  <a:cubicBezTo>
                    <a:pt x="108002" y="262355"/>
                    <a:pt x="93097" y="266673"/>
                    <a:pt x="77858" y="266677"/>
                  </a:cubicBezTo>
                  <a:close/>
                </a:path>
              </a:pathLst>
            </a:custGeom>
            <a:solidFill>
              <a:srgbClr val="005FA5"/>
            </a:solidFill>
            <a:ln w="12917" cap="flat">
              <a:noFill/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89" name="Graphic 83"/>
            <p:cNvSpPr/>
            <p:nvPr>
              <p:custDataLst>
                <p:tags r:id="rId61"/>
              </p:custDataLst>
            </p:nvPr>
          </p:nvSpPr>
          <p:spPr>
            <a:xfrm>
              <a:off x="1577524" y="2760301"/>
              <a:ext cx="943249" cy="266676"/>
            </a:xfrm>
            <a:custGeom>
              <a:avLst/>
              <a:gdLst>
                <a:gd name="connsiteX0" fmla="*/ 77858 w 943249"/>
                <a:gd name="connsiteY0" fmla="*/ 266677 h 266676"/>
                <a:gd name="connsiteX1" fmla="*/ 0 w 943249"/>
                <a:gd name="connsiteY1" fmla="*/ 191331 h 266676"/>
                <a:gd name="connsiteX2" fmla="*/ 34859 w 943249"/>
                <a:gd name="connsiteY2" fmla="*/ 128694 h 266676"/>
                <a:gd name="connsiteX3" fmla="*/ 904322 w 943249"/>
                <a:gd name="connsiteY3" fmla="*/ 114144 h 266676"/>
                <a:gd name="connsiteX4" fmla="*/ 932762 w 943249"/>
                <a:gd name="connsiteY4" fmla="*/ 216978 h 266676"/>
                <a:gd name="connsiteX5" fmla="*/ 826265 w 943249"/>
                <a:gd name="connsiteY5" fmla="*/ 244440 h 266676"/>
                <a:gd name="connsiteX6" fmla="*/ 823130 w 943249"/>
                <a:gd name="connsiteY6" fmla="*/ 242593 h 266676"/>
                <a:gd name="connsiteX7" fmla="*/ 120727 w 943249"/>
                <a:gd name="connsiteY7" fmla="*/ 254258 h 266676"/>
                <a:gd name="connsiteX8" fmla="*/ 77858 w 943249"/>
                <a:gd name="connsiteY8" fmla="*/ 266677 h 266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3249" h="266676">
                  <a:moveTo>
                    <a:pt x="77858" y="266677"/>
                  </a:moveTo>
                  <a:cubicBezTo>
                    <a:pt x="34811" y="266630"/>
                    <a:pt x="-47" y="232897"/>
                    <a:pt x="0" y="191331"/>
                  </a:cubicBezTo>
                  <a:cubicBezTo>
                    <a:pt x="29" y="166134"/>
                    <a:pt x="13114" y="142622"/>
                    <a:pt x="34859" y="128694"/>
                  </a:cubicBezTo>
                  <a:cubicBezTo>
                    <a:pt x="297577" y="-37485"/>
                    <a:pt x="635798" y="-43145"/>
                    <a:pt x="904322" y="114144"/>
                  </a:cubicBezTo>
                  <a:cubicBezTo>
                    <a:pt x="941584" y="134958"/>
                    <a:pt x="954316" y="180997"/>
                    <a:pt x="932762" y="216978"/>
                  </a:cubicBezTo>
                  <a:cubicBezTo>
                    <a:pt x="911207" y="252959"/>
                    <a:pt x="863526" y="265253"/>
                    <a:pt x="826265" y="244440"/>
                  </a:cubicBezTo>
                  <a:cubicBezTo>
                    <a:pt x="825205" y="243848"/>
                    <a:pt x="824160" y="243232"/>
                    <a:pt x="823130" y="242593"/>
                  </a:cubicBezTo>
                  <a:cubicBezTo>
                    <a:pt x="606196" y="115581"/>
                    <a:pt x="333011" y="120118"/>
                    <a:pt x="120727" y="254258"/>
                  </a:cubicBezTo>
                  <a:cubicBezTo>
                    <a:pt x="108002" y="262355"/>
                    <a:pt x="93097" y="266673"/>
                    <a:pt x="77858" y="266677"/>
                  </a:cubicBezTo>
                  <a:close/>
                </a:path>
              </a:pathLst>
            </a:custGeom>
            <a:solidFill>
              <a:srgbClr val="005FA5"/>
            </a:solidFill>
            <a:ln w="12917" cap="flat">
              <a:noFill/>
              <a:prstDash val="solid"/>
              <a:miter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90" name="Text Box 10"/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2805872" y="2327020"/>
              <a:ext cx="1785940" cy="100521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60960" tIns="30480" rIns="60960" bIns="304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450975">
                <a:lnSpc>
                  <a:spcPct val="150000"/>
                </a:lnSpc>
              </a:pPr>
              <a:r>
                <a:rPr lang="zh-CN" altLang="en-US" sz="1050" dirty="0">
                  <a:cs typeface="+mn-ea"/>
                  <a:sym typeface="+mn-lt"/>
                </a:rPr>
                <a:t>本模板内所有图片及字体仅供参考，请根据您的实际情况进行替换或更改，并根据实际情况编辑文字内容。</a:t>
              </a:r>
              <a:endParaRPr lang="zh-CN" altLang="en-US" sz="1050" dirty="0">
                <a:cs typeface="+mn-ea"/>
                <a:sym typeface="+mn-lt"/>
              </a:endParaRPr>
            </a:p>
          </p:txBody>
        </p:sp>
        <p:sp>
          <p:nvSpPr>
            <p:cNvPr id="91" name="Text Box 10"/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5962460" y="2327020"/>
              <a:ext cx="1785940" cy="100521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60960" tIns="30480" rIns="60960" bIns="304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450975">
                <a:lnSpc>
                  <a:spcPct val="150000"/>
                </a:lnSpc>
              </a:pPr>
              <a:r>
                <a:rPr lang="zh-CN" altLang="en-US" sz="1050" dirty="0">
                  <a:cs typeface="+mn-ea"/>
                  <a:sym typeface="+mn-lt"/>
                </a:rPr>
                <a:t>本模板内所有图片及字体仅供参考，请根据您的实际情况进行替换或更改，并根据实际情况编辑文字内容。</a:t>
              </a:r>
              <a:endParaRPr lang="zh-CN" altLang="en-US" sz="1050" dirty="0">
                <a:cs typeface="+mn-ea"/>
                <a:sym typeface="+mn-lt"/>
              </a:endParaRPr>
            </a:p>
          </p:txBody>
        </p:sp>
      </p:grpSp>
      <p:sp>
        <p:nvSpPr>
          <p:cNvPr id="92" name="Text Box 10"/>
          <p:cNvSpPr txBox="1">
            <a:spLocks noChangeArrowheads="1"/>
          </p:cNvSpPr>
          <p:nvPr>
            <p:custDataLst>
              <p:tags r:id="rId64"/>
            </p:custDataLst>
          </p:nvPr>
        </p:nvSpPr>
        <p:spPr bwMode="auto">
          <a:xfrm>
            <a:off x="702747" y="5011006"/>
            <a:ext cx="1898963" cy="10052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1450975">
              <a:lnSpc>
                <a:spcPct val="150000"/>
              </a:lnSpc>
            </a:pPr>
            <a:r>
              <a:rPr lang="zh-CN" altLang="en-US" sz="105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050" dirty="0">
              <a:cs typeface="+mn-ea"/>
              <a:sym typeface="+mn-lt"/>
            </a:endParaRPr>
          </a:p>
        </p:txBody>
      </p:sp>
      <p:sp>
        <p:nvSpPr>
          <p:cNvPr id="93" name="矩形 92"/>
          <p:cNvSpPr/>
          <p:nvPr>
            <p:custDataLst>
              <p:tags r:id="rId65"/>
            </p:custDataLst>
          </p:nvPr>
        </p:nvSpPr>
        <p:spPr>
          <a:xfrm>
            <a:off x="656681" y="4676714"/>
            <a:ext cx="1945030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600" b="1" dirty="0">
                <a:cs typeface="+mn-ea"/>
                <a:sym typeface="+mn-lt"/>
              </a:rPr>
              <a:t>输入小标题</a:t>
            </a:r>
            <a:endParaRPr lang="zh-CN" altLang="en-US" sz="1600" b="1" dirty="0">
              <a:cs typeface="+mn-ea"/>
              <a:sym typeface="+mn-lt"/>
            </a:endParaRPr>
          </a:p>
        </p:txBody>
      </p:sp>
      <p:sp>
        <p:nvSpPr>
          <p:cNvPr id="94" name="矩形 93"/>
          <p:cNvSpPr/>
          <p:nvPr>
            <p:custDataLst>
              <p:tags r:id="rId66"/>
            </p:custDataLst>
          </p:nvPr>
        </p:nvSpPr>
        <p:spPr>
          <a:xfrm>
            <a:off x="2843502" y="1856134"/>
            <a:ext cx="1613322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cs typeface="+mn-ea"/>
                <a:sym typeface="+mn-lt"/>
              </a:rPr>
              <a:t>输入小标题</a:t>
            </a:r>
            <a:endParaRPr lang="zh-CN" altLang="en-US" sz="1600" b="1" dirty="0">
              <a:cs typeface="+mn-ea"/>
              <a:sym typeface="+mn-lt"/>
            </a:endParaRPr>
          </a:p>
        </p:txBody>
      </p:sp>
      <p:sp>
        <p:nvSpPr>
          <p:cNvPr id="95" name="矩形 94"/>
          <p:cNvSpPr/>
          <p:nvPr>
            <p:custDataLst>
              <p:tags r:id="rId67"/>
            </p:custDataLst>
          </p:nvPr>
        </p:nvSpPr>
        <p:spPr>
          <a:xfrm>
            <a:off x="6000090" y="1856134"/>
            <a:ext cx="1613322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cs typeface="+mn-ea"/>
                <a:sym typeface="+mn-lt"/>
              </a:rPr>
              <a:t>输入小标题</a:t>
            </a:r>
            <a:endParaRPr lang="zh-CN" altLang="en-US" sz="1600" b="1" dirty="0">
              <a:cs typeface="+mn-ea"/>
              <a:sym typeface="+mn-lt"/>
            </a:endParaRPr>
          </a:p>
        </p:txBody>
      </p:sp>
      <p:sp>
        <p:nvSpPr>
          <p:cNvPr id="96" name="Text Box 10"/>
          <p:cNvSpPr txBox="1">
            <a:spLocks noChangeArrowheads="1"/>
          </p:cNvSpPr>
          <p:nvPr>
            <p:custDataLst>
              <p:tags r:id="rId68"/>
            </p:custDataLst>
          </p:nvPr>
        </p:nvSpPr>
        <p:spPr bwMode="auto">
          <a:xfrm>
            <a:off x="4427347" y="4980178"/>
            <a:ext cx="1575112" cy="12475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450975">
              <a:lnSpc>
                <a:spcPct val="150000"/>
              </a:lnSpc>
            </a:pPr>
            <a:r>
              <a:rPr lang="zh-CN" altLang="en-US" sz="105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050" dirty="0">
              <a:cs typeface="+mn-ea"/>
              <a:sym typeface="+mn-lt"/>
            </a:endParaRPr>
          </a:p>
        </p:txBody>
      </p:sp>
      <p:sp>
        <p:nvSpPr>
          <p:cNvPr id="97" name="矩形 96"/>
          <p:cNvSpPr/>
          <p:nvPr>
            <p:custDataLst>
              <p:tags r:id="rId69"/>
            </p:custDataLst>
          </p:nvPr>
        </p:nvSpPr>
        <p:spPr>
          <a:xfrm>
            <a:off x="4436914" y="4676714"/>
            <a:ext cx="1613322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cs typeface="+mn-ea"/>
                <a:sym typeface="+mn-lt"/>
              </a:rPr>
              <a:t>输入小标题</a:t>
            </a:r>
            <a:endParaRPr lang="zh-CN" altLang="en-US" sz="1600" b="1" dirty="0">
              <a:cs typeface="+mn-ea"/>
              <a:sym typeface="+mn-lt"/>
            </a:endParaRPr>
          </a:p>
        </p:txBody>
      </p:sp>
      <p:sp>
        <p:nvSpPr>
          <p:cNvPr id="98" name="Text Box 10"/>
          <p:cNvSpPr txBox="1">
            <a:spLocks noChangeArrowheads="1"/>
          </p:cNvSpPr>
          <p:nvPr>
            <p:custDataLst>
              <p:tags r:id="rId70"/>
            </p:custDataLst>
          </p:nvPr>
        </p:nvSpPr>
        <p:spPr bwMode="auto">
          <a:xfrm>
            <a:off x="7671049" y="4980178"/>
            <a:ext cx="1575112" cy="12475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450975">
              <a:lnSpc>
                <a:spcPct val="150000"/>
              </a:lnSpc>
            </a:pPr>
            <a:r>
              <a:rPr lang="zh-CN" altLang="en-US" sz="105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050" dirty="0">
              <a:cs typeface="+mn-ea"/>
              <a:sym typeface="+mn-lt"/>
            </a:endParaRPr>
          </a:p>
        </p:txBody>
      </p:sp>
      <p:sp>
        <p:nvSpPr>
          <p:cNvPr id="99" name="矩形 98"/>
          <p:cNvSpPr/>
          <p:nvPr>
            <p:custDataLst>
              <p:tags r:id="rId71"/>
            </p:custDataLst>
          </p:nvPr>
        </p:nvSpPr>
        <p:spPr>
          <a:xfrm>
            <a:off x="7680616" y="4676714"/>
            <a:ext cx="1613322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cs typeface="+mn-ea"/>
                <a:sym typeface="+mn-lt"/>
              </a:rPr>
              <a:t>输入小标题</a:t>
            </a:r>
            <a:endParaRPr lang="zh-CN" altLang="en-US" sz="1600" b="1" dirty="0">
              <a:cs typeface="+mn-ea"/>
              <a:sym typeface="+mn-lt"/>
            </a:endParaRPr>
          </a:p>
        </p:txBody>
      </p:sp>
      <p:sp>
        <p:nvSpPr>
          <p:cNvPr id="100" name="Text Box 10"/>
          <p:cNvSpPr txBox="1">
            <a:spLocks noChangeArrowheads="1"/>
          </p:cNvSpPr>
          <p:nvPr>
            <p:custDataLst>
              <p:tags r:id="rId72"/>
            </p:custDataLst>
          </p:nvPr>
        </p:nvSpPr>
        <p:spPr bwMode="auto">
          <a:xfrm>
            <a:off x="9380785" y="2761810"/>
            <a:ext cx="2221229" cy="7628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05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050" dirty="0">
              <a:cs typeface="+mn-ea"/>
              <a:sym typeface="+mn-lt"/>
            </a:endParaRPr>
          </a:p>
        </p:txBody>
      </p:sp>
      <p:sp>
        <p:nvSpPr>
          <p:cNvPr id="101" name="矩形 100"/>
          <p:cNvSpPr/>
          <p:nvPr>
            <p:custDataLst>
              <p:tags r:id="rId73"/>
            </p:custDataLst>
          </p:nvPr>
        </p:nvSpPr>
        <p:spPr>
          <a:xfrm>
            <a:off x="9380786" y="2435440"/>
            <a:ext cx="2275113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b="1" dirty="0">
                <a:cs typeface="+mn-ea"/>
                <a:sym typeface="+mn-lt"/>
              </a:rPr>
              <a:t>输入小标题</a:t>
            </a:r>
            <a:endParaRPr lang="zh-CN" altLang="en-US" sz="1600" b="1" dirty="0">
              <a:cs typeface="+mn-ea"/>
              <a:sym typeface="+mn-lt"/>
            </a:endParaRPr>
          </a:p>
        </p:txBody>
      </p:sp>
      <p:sp>
        <p:nvSpPr>
          <p:cNvPr id="102" name="Footer Text"/>
          <p:cNvSpPr txBox="1"/>
          <p:nvPr/>
        </p:nvSpPr>
        <p:spPr>
          <a:xfrm>
            <a:off x="1343247" y="710205"/>
            <a:ext cx="32956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cs typeface="+mn-ea"/>
                <a:sym typeface="+mn-lt"/>
              </a:rPr>
              <a:t>研究方法与过程</a:t>
            </a:r>
            <a:endParaRPr lang="zh-CN" altLang="en-US" sz="2800" dirty="0">
              <a:cs typeface="+mn-ea"/>
              <a:sym typeface="+mn-lt"/>
            </a:endParaRPr>
          </a:p>
        </p:txBody>
      </p:sp>
      <p:pic>
        <p:nvPicPr>
          <p:cNvPr id="104" name="图片 103" descr="005Rm9jOly4grelek7dmbj30u00u0k08.jpg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 flipH="1">
            <a:off x="695325" y="601345"/>
            <a:ext cx="6477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358775"/>
            <a:ext cx="6487795" cy="615442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10950497" y="2"/>
            <a:ext cx="1270457" cy="2291617"/>
            <a:chOff x="10950497" y="2"/>
            <a:chExt cx="1270457" cy="2291617"/>
          </a:xfrm>
        </p:grpSpPr>
        <p:sp>
          <p:nvSpPr>
            <p:cNvPr id="8" name="任意多边形: 形状 7"/>
            <p:cNvSpPr/>
            <p:nvPr/>
          </p:nvSpPr>
          <p:spPr>
            <a:xfrm>
              <a:off x="10950497" y="2"/>
              <a:ext cx="1270457" cy="979178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1379690" y="1157816"/>
              <a:ext cx="186041" cy="1133803"/>
              <a:chOff x="5559847" y="2479549"/>
              <a:chExt cx="521110" cy="3175843"/>
            </a:xfrm>
            <a:solidFill>
              <a:schemeClr val="accent1"/>
            </a:solidFill>
          </p:grpSpPr>
          <p:sp>
            <p:nvSpPr>
              <p:cNvPr id="19" name="等腰三角形 18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0" name="等腰三角形 19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5" name="组合 24"/>
          <p:cNvGrpSpPr/>
          <p:nvPr userDrawn="1"/>
        </p:nvGrpSpPr>
        <p:grpSpPr>
          <a:xfrm rot="10800000">
            <a:off x="1" y="4566383"/>
            <a:ext cx="1270457" cy="2291617"/>
            <a:chOff x="10950497" y="2"/>
            <a:chExt cx="1270457" cy="2291617"/>
          </a:xfrm>
          <a:solidFill>
            <a:srgbClr val="BAE2FF"/>
          </a:solidFill>
        </p:grpSpPr>
        <p:sp>
          <p:nvSpPr>
            <p:cNvPr id="26" name="任意多边形: 形状 25"/>
            <p:cNvSpPr/>
            <p:nvPr/>
          </p:nvSpPr>
          <p:spPr>
            <a:xfrm>
              <a:off x="10950497" y="2"/>
              <a:ext cx="1270457" cy="979178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11379690" y="1157816"/>
              <a:ext cx="186041" cy="1133803"/>
              <a:chOff x="5559847" y="2479549"/>
              <a:chExt cx="521110" cy="3175843"/>
            </a:xfrm>
            <a:grpFill/>
          </p:grpSpPr>
          <p:sp>
            <p:nvSpPr>
              <p:cNvPr id="28" name="等腰三角形 27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9" name="等腰三角形 28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0" name="等腰三角形 29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1" name="等腰三角形 30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2" name="等腰三角形 31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sp>
        <p:nvSpPr>
          <p:cNvPr id="9" name="椭圆 8"/>
          <p:cNvSpPr/>
          <p:nvPr/>
        </p:nvSpPr>
        <p:spPr>
          <a:xfrm>
            <a:off x="10650680" y="597491"/>
            <a:ext cx="395123" cy="395123"/>
          </a:xfrm>
          <a:prstGeom prst="ellipse">
            <a:avLst/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186302" y="5864996"/>
            <a:ext cx="395123" cy="395123"/>
          </a:xfrm>
          <a:prstGeom prst="ellipse">
            <a:avLst/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10889597" y="5858219"/>
            <a:ext cx="676134" cy="381689"/>
            <a:chOff x="4468761" y="1799303"/>
            <a:chExt cx="914400" cy="51619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4" name="矩形 33"/>
            <p:cNvSpPr/>
            <p:nvPr/>
          </p:nvSpPr>
          <p:spPr>
            <a:xfrm>
              <a:off x="4468761" y="1799303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4468761" y="1999942"/>
              <a:ext cx="914400" cy="114917"/>
            </a:xfrm>
            <a:prstGeom prst="rect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4468761" y="2200580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" name="矩形: 圆角 5"/>
          <p:cNvSpPr/>
          <p:nvPr/>
        </p:nvSpPr>
        <p:spPr>
          <a:xfrm>
            <a:off x="7295515" y="2291715"/>
            <a:ext cx="2985135" cy="753745"/>
          </a:xfrm>
          <a:prstGeom prst="roundRect">
            <a:avLst>
              <a:gd name="adj" fmla="val 50000"/>
            </a:avLst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dirty="0">
                <a:cs typeface="+mn-ea"/>
                <a:sym typeface="+mn-lt"/>
              </a:rPr>
              <a:t>PART 03</a:t>
            </a:r>
            <a:endParaRPr lang="zh-CN" altLang="en-US" sz="3200" b="1" dirty="0">
              <a:cs typeface="+mn-ea"/>
              <a:sym typeface="+mn-lt"/>
            </a:endParaRPr>
          </a:p>
        </p:txBody>
      </p:sp>
      <p:sp>
        <p:nvSpPr>
          <p:cNvPr id="14" name="Footer Text"/>
          <p:cNvSpPr txBox="1"/>
          <p:nvPr/>
        </p:nvSpPr>
        <p:spPr>
          <a:xfrm>
            <a:off x="6658610" y="3204845"/>
            <a:ext cx="4291965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800" b="1" dirty="0">
                <a:cs typeface="+mn-ea"/>
                <a:sym typeface="+mn-lt"/>
              </a:rPr>
              <a:t>研究成果与展示</a:t>
            </a:r>
            <a:endParaRPr lang="zh-CN" altLang="en-US" sz="4800" b="1" dirty="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 userDrawn="1"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>
            <a:off x="11379690" y="2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11859995" y="797633"/>
            <a:ext cx="216293" cy="1527440"/>
            <a:chOff x="11349438" y="764179"/>
            <a:chExt cx="216293" cy="1527440"/>
          </a:xfrm>
        </p:grpSpPr>
        <p:sp>
          <p:nvSpPr>
            <p:cNvPr id="9" name="等腰三角形 8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3" name="任意多边形: 形状 42"/>
          <p:cNvSpPr/>
          <p:nvPr userDrawn="1"/>
        </p:nvSpPr>
        <p:spPr>
          <a:xfrm rot="10800000">
            <a:off x="1" y="6209613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44" name="组合 43"/>
          <p:cNvGrpSpPr/>
          <p:nvPr userDrawn="1"/>
        </p:nvGrpSpPr>
        <p:grpSpPr>
          <a:xfrm rot="10800000">
            <a:off x="110007" y="4544081"/>
            <a:ext cx="216293" cy="1527440"/>
            <a:chOff x="11349438" y="764179"/>
            <a:chExt cx="216293" cy="1527440"/>
          </a:xfrm>
        </p:grpSpPr>
        <p:sp>
          <p:nvSpPr>
            <p:cNvPr id="45" name="等腰三角形 44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6" name="等腰三角形 45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" name="等腰三角形 47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9" name="等腰三角形 48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pic>
        <p:nvPicPr>
          <p:cNvPr id="30" name="图片 29" descr="caef76094b36acaf4fbac5a272e12c1600e99cd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7880" y="381635"/>
            <a:ext cx="792480" cy="1586230"/>
          </a:xfrm>
          <a:prstGeom prst="rect">
            <a:avLst/>
          </a:prstGeom>
        </p:spPr>
      </p:pic>
      <p:grpSp>
        <p:nvGrpSpPr>
          <p:cNvPr id="2" name="Group 90"/>
          <p:cNvGrpSpPr/>
          <p:nvPr/>
        </p:nvGrpSpPr>
        <p:grpSpPr>
          <a:xfrm rot="5400000">
            <a:off x="6219761" y="2201125"/>
            <a:ext cx="529404" cy="64771"/>
            <a:chOff x="9137503" y="1527024"/>
            <a:chExt cx="529404" cy="64771"/>
          </a:xfrm>
          <a:solidFill>
            <a:schemeClr val="accent1"/>
          </a:solidFill>
        </p:grpSpPr>
        <p:cxnSp>
          <p:nvCxnSpPr>
            <p:cNvPr id="3" name="Straight Connector 91"/>
            <p:cNvCxnSpPr/>
            <p:nvPr/>
          </p:nvCxnSpPr>
          <p:spPr>
            <a:xfrm rot="16200000">
              <a:off x="9346208" y="1350704"/>
              <a:ext cx="0" cy="417409"/>
            </a:xfrm>
            <a:prstGeom prst="line">
              <a:avLst/>
            </a:prstGeom>
            <a:grpFill/>
            <a:ln w="44450" cap="rnd">
              <a:solidFill>
                <a:srgbClr val="005FA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92"/>
            <p:cNvSpPr>
              <a:spLocks noChangeAspect="1"/>
            </p:cNvSpPr>
            <p:nvPr/>
          </p:nvSpPr>
          <p:spPr>
            <a:xfrm>
              <a:off x="9602136" y="1527024"/>
              <a:ext cx="64771" cy="64771"/>
            </a:xfrm>
            <a:prstGeom prst="ellipse">
              <a:avLst/>
            </a:prstGeom>
            <a:grpFill/>
            <a:ln>
              <a:solidFill>
                <a:srgbClr val="005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</p:grpSp>
      <p:grpSp>
        <p:nvGrpSpPr>
          <p:cNvPr id="6" name="Group 96"/>
          <p:cNvGrpSpPr/>
          <p:nvPr/>
        </p:nvGrpSpPr>
        <p:grpSpPr>
          <a:xfrm rot="5400000">
            <a:off x="6219761" y="3274879"/>
            <a:ext cx="529404" cy="64771"/>
            <a:chOff x="9137503" y="1527024"/>
            <a:chExt cx="529404" cy="64771"/>
          </a:xfrm>
          <a:solidFill>
            <a:schemeClr val="accent1"/>
          </a:solidFill>
        </p:grpSpPr>
        <p:cxnSp>
          <p:nvCxnSpPr>
            <p:cNvPr id="8" name="Straight Connector 97"/>
            <p:cNvCxnSpPr/>
            <p:nvPr/>
          </p:nvCxnSpPr>
          <p:spPr>
            <a:xfrm rot="16200000">
              <a:off x="9346208" y="1350704"/>
              <a:ext cx="0" cy="417409"/>
            </a:xfrm>
            <a:prstGeom prst="line">
              <a:avLst/>
            </a:prstGeom>
            <a:grpFill/>
            <a:ln w="44450" cap="rnd">
              <a:solidFill>
                <a:srgbClr val="005FA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98"/>
            <p:cNvSpPr>
              <a:spLocks noChangeAspect="1"/>
            </p:cNvSpPr>
            <p:nvPr/>
          </p:nvSpPr>
          <p:spPr>
            <a:xfrm>
              <a:off x="9602136" y="1527024"/>
              <a:ext cx="64771" cy="64771"/>
            </a:xfrm>
            <a:prstGeom prst="ellipse">
              <a:avLst/>
            </a:prstGeom>
            <a:grpFill/>
            <a:ln>
              <a:solidFill>
                <a:srgbClr val="005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</p:grpSp>
      <p:grpSp>
        <p:nvGrpSpPr>
          <p:cNvPr id="15" name="Group 102"/>
          <p:cNvGrpSpPr/>
          <p:nvPr/>
        </p:nvGrpSpPr>
        <p:grpSpPr>
          <a:xfrm rot="5400000">
            <a:off x="6219761" y="4367305"/>
            <a:ext cx="529404" cy="64771"/>
            <a:chOff x="9137503" y="1527024"/>
            <a:chExt cx="529404" cy="64771"/>
          </a:xfrm>
          <a:solidFill>
            <a:schemeClr val="accent1"/>
          </a:solidFill>
        </p:grpSpPr>
        <p:cxnSp>
          <p:nvCxnSpPr>
            <p:cNvPr id="16" name="Straight Connector 103"/>
            <p:cNvCxnSpPr/>
            <p:nvPr/>
          </p:nvCxnSpPr>
          <p:spPr>
            <a:xfrm rot="16200000">
              <a:off x="9346208" y="1350704"/>
              <a:ext cx="0" cy="417409"/>
            </a:xfrm>
            <a:prstGeom prst="line">
              <a:avLst/>
            </a:prstGeom>
            <a:grpFill/>
            <a:ln w="44450" cap="rnd">
              <a:solidFill>
                <a:srgbClr val="005FA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val 104"/>
            <p:cNvSpPr>
              <a:spLocks noChangeAspect="1"/>
            </p:cNvSpPr>
            <p:nvPr/>
          </p:nvSpPr>
          <p:spPr>
            <a:xfrm>
              <a:off x="9602136" y="1527024"/>
              <a:ext cx="64771" cy="64771"/>
            </a:xfrm>
            <a:prstGeom prst="ellipse">
              <a:avLst/>
            </a:prstGeom>
            <a:grpFill/>
            <a:ln>
              <a:solidFill>
                <a:srgbClr val="005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</p:grpSp>
      <p:grpSp>
        <p:nvGrpSpPr>
          <p:cNvPr id="18" name="Group 108"/>
          <p:cNvGrpSpPr/>
          <p:nvPr/>
        </p:nvGrpSpPr>
        <p:grpSpPr>
          <a:xfrm rot="5400000">
            <a:off x="6219761" y="5448054"/>
            <a:ext cx="529404" cy="64771"/>
            <a:chOff x="9137503" y="1527024"/>
            <a:chExt cx="529404" cy="64771"/>
          </a:xfrm>
          <a:solidFill>
            <a:schemeClr val="accent1"/>
          </a:solidFill>
        </p:grpSpPr>
        <p:cxnSp>
          <p:nvCxnSpPr>
            <p:cNvPr id="19" name="Straight Connector 109"/>
            <p:cNvCxnSpPr/>
            <p:nvPr/>
          </p:nvCxnSpPr>
          <p:spPr>
            <a:xfrm rot="16200000">
              <a:off x="9346208" y="1350704"/>
              <a:ext cx="0" cy="417409"/>
            </a:xfrm>
            <a:prstGeom prst="line">
              <a:avLst/>
            </a:prstGeom>
            <a:grpFill/>
            <a:ln w="44450" cap="rnd">
              <a:solidFill>
                <a:srgbClr val="005FA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10"/>
            <p:cNvSpPr>
              <a:spLocks noChangeAspect="1"/>
            </p:cNvSpPr>
            <p:nvPr/>
          </p:nvSpPr>
          <p:spPr>
            <a:xfrm>
              <a:off x="9602136" y="1527024"/>
              <a:ext cx="64771" cy="64771"/>
            </a:xfrm>
            <a:prstGeom prst="ellipse">
              <a:avLst/>
            </a:prstGeom>
            <a:grpFill/>
            <a:ln>
              <a:solidFill>
                <a:srgbClr val="005F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</p:grpSp>
      <p:sp>
        <p:nvSpPr>
          <p:cNvPr id="38" name="Text Box 10"/>
          <p:cNvSpPr txBox="1">
            <a:spLocks noChangeArrowheads="1"/>
          </p:cNvSpPr>
          <p:nvPr/>
        </p:nvSpPr>
        <p:spPr bwMode="auto">
          <a:xfrm>
            <a:off x="6725401" y="2193675"/>
            <a:ext cx="4211043" cy="58073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695907" y="1856234"/>
            <a:ext cx="1999668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0" name="Text Box 10"/>
          <p:cNvSpPr txBox="1">
            <a:spLocks noChangeArrowheads="1"/>
          </p:cNvSpPr>
          <p:nvPr/>
        </p:nvSpPr>
        <p:spPr bwMode="auto">
          <a:xfrm>
            <a:off x="6725401" y="3265307"/>
            <a:ext cx="4211043" cy="58073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695907" y="2927866"/>
            <a:ext cx="1999668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2" name="Text Box 10"/>
          <p:cNvSpPr txBox="1">
            <a:spLocks noChangeArrowheads="1"/>
          </p:cNvSpPr>
          <p:nvPr/>
        </p:nvSpPr>
        <p:spPr bwMode="auto">
          <a:xfrm>
            <a:off x="6725401" y="4354403"/>
            <a:ext cx="4211043" cy="58073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695907" y="4016962"/>
            <a:ext cx="1999668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3" name="Text Box 10"/>
          <p:cNvSpPr txBox="1">
            <a:spLocks noChangeArrowheads="1"/>
          </p:cNvSpPr>
          <p:nvPr/>
        </p:nvSpPr>
        <p:spPr bwMode="auto">
          <a:xfrm>
            <a:off x="6725401" y="5443499"/>
            <a:ext cx="4211043" cy="58073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695907" y="5106058"/>
            <a:ext cx="1999668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输入小标题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255557" y="1656193"/>
            <a:ext cx="4382600" cy="4378175"/>
            <a:chOff x="834708" y="1656193"/>
            <a:chExt cx="4382600" cy="4378175"/>
          </a:xfrm>
        </p:grpSpPr>
        <p:grpSp>
          <p:nvGrpSpPr>
            <p:cNvPr id="26" name="Group 1"/>
            <p:cNvGrpSpPr/>
            <p:nvPr/>
          </p:nvGrpSpPr>
          <p:grpSpPr>
            <a:xfrm>
              <a:off x="1083092" y="2260185"/>
              <a:ext cx="2391639" cy="2391636"/>
              <a:chOff x="4375398" y="5077931"/>
              <a:chExt cx="4783278" cy="4783272"/>
            </a:xfrm>
            <a:solidFill>
              <a:schemeClr val="accent1"/>
            </a:solidFill>
          </p:grpSpPr>
          <p:sp>
            <p:nvSpPr>
              <p:cNvPr id="36" name="Freeform 5"/>
              <p:cNvSpPr/>
              <p:nvPr/>
            </p:nvSpPr>
            <p:spPr>
              <a:xfrm>
                <a:off x="4375398" y="5077931"/>
                <a:ext cx="4783278" cy="4783272"/>
              </a:xfrm>
              <a:custGeom>
                <a:avLst/>
                <a:gdLst>
                  <a:gd name="connsiteX0" fmla="*/ 1124074 w 1583637"/>
                  <a:gd name="connsiteY0" fmla="*/ 252493 h 1583637"/>
                  <a:gd name="connsiteX1" fmla="*/ 1247256 w 1583637"/>
                  <a:gd name="connsiteY1" fmla="*/ 149126 h 1583637"/>
                  <a:gd name="connsiteX2" fmla="*/ 1345663 w 1583637"/>
                  <a:gd name="connsiteY2" fmla="*/ 231701 h 1583637"/>
                  <a:gd name="connsiteX3" fmla="*/ 1265256 w 1583637"/>
                  <a:gd name="connsiteY3" fmla="*/ 370961 h 1583637"/>
                  <a:gd name="connsiteX4" fmla="*/ 1393012 w 1583637"/>
                  <a:gd name="connsiteY4" fmla="*/ 592241 h 1583637"/>
                  <a:gd name="connsiteX5" fmla="*/ 1553818 w 1583637"/>
                  <a:gd name="connsiteY5" fmla="*/ 592237 h 1583637"/>
                  <a:gd name="connsiteX6" fmla="*/ 1576125 w 1583637"/>
                  <a:gd name="connsiteY6" fmla="*/ 718748 h 1583637"/>
                  <a:gd name="connsiteX7" fmla="*/ 1425015 w 1583637"/>
                  <a:gd name="connsiteY7" fmla="*/ 773743 h 1583637"/>
                  <a:gd name="connsiteX8" fmla="*/ 1380646 w 1583637"/>
                  <a:gd name="connsiteY8" fmla="*/ 1025372 h 1583637"/>
                  <a:gd name="connsiteX9" fmla="*/ 1503833 w 1583637"/>
                  <a:gd name="connsiteY9" fmla="*/ 1128733 h 1583637"/>
                  <a:gd name="connsiteX10" fmla="*/ 1439602 w 1583637"/>
                  <a:gd name="connsiteY10" fmla="*/ 1239984 h 1583637"/>
                  <a:gd name="connsiteX11" fmla="*/ 1288495 w 1583637"/>
                  <a:gd name="connsiteY11" fmla="*/ 1184982 h 1583637"/>
                  <a:gd name="connsiteX12" fmla="*/ 1092761 w 1583637"/>
                  <a:gd name="connsiteY12" fmla="*/ 1349222 h 1583637"/>
                  <a:gd name="connsiteX13" fmla="*/ 1120689 w 1583637"/>
                  <a:gd name="connsiteY13" fmla="*/ 1507584 h 1583637"/>
                  <a:gd name="connsiteX14" fmla="*/ 999974 w 1583637"/>
                  <a:gd name="connsiteY14" fmla="*/ 1551521 h 1583637"/>
                  <a:gd name="connsiteX15" fmla="*/ 919574 w 1583637"/>
                  <a:gd name="connsiteY15" fmla="*/ 1412257 h 1583637"/>
                  <a:gd name="connsiteX16" fmla="*/ 664062 w 1583637"/>
                  <a:gd name="connsiteY16" fmla="*/ 1412257 h 1583637"/>
                  <a:gd name="connsiteX17" fmla="*/ 583663 w 1583637"/>
                  <a:gd name="connsiteY17" fmla="*/ 1551521 h 1583637"/>
                  <a:gd name="connsiteX18" fmla="*/ 462948 w 1583637"/>
                  <a:gd name="connsiteY18" fmla="*/ 1507584 h 1583637"/>
                  <a:gd name="connsiteX19" fmla="*/ 490876 w 1583637"/>
                  <a:gd name="connsiteY19" fmla="*/ 1349222 h 1583637"/>
                  <a:gd name="connsiteX20" fmla="*/ 295142 w 1583637"/>
                  <a:gd name="connsiteY20" fmla="*/ 1184981 h 1583637"/>
                  <a:gd name="connsiteX21" fmla="*/ 144035 w 1583637"/>
                  <a:gd name="connsiteY21" fmla="*/ 1239984 h 1583637"/>
                  <a:gd name="connsiteX22" fmla="*/ 79804 w 1583637"/>
                  <a:gd name="connsiteY22" fmla="*/ 1128733 h 1583637"/>
                  <a:gd name="connsiteX23" fmla="*/ 202991 w 1583637"/>
                  <a:gd name="connsiteY23" fmla="*/ 1025372 h 1583637"/>
                  <a:gd name="connsiteX24" fmla="*/ 158622 w 1583637"/>
                  <a:gd name="connsiteY24" fmla="*/ 773743 h 1583637"/>
                  <a:gd name="connsiteX25" fmla="*/ 7512 w 1583637"/>
                  <a:gd name="connsiteY25" fmla="*/ 718748 h 1583637"/>
                  <a:gd name="connsiteX26" fmla="*/ 29819 w 1583637"/>
                  <a:gd name="connsiteY26" fmla="*/ 592237 h 1583637"/>
                  <a:gd name="connsiteX27" fmla="*/ 190625 w 1583637"/>
                  <a:gd name="connsiteY27" fmla="*/ 592241 h 1583637"/>
                  <a:gd name="connsiteX28" fmla="*/ 318381 w 1583637"/>
                  <a:gd name="connsiteY28" fmla="*/ 370961 h 1583637"/>
                  <a:gd name="connsiteX29" fmla="*/ 237974 w 1583637"/>
                  <a:gd name="connsiteY29" fmla="*/ 231701 h 1583637"/>
                  <a:gd name="connsiteX30" fmla="*/ 336381 w 1583637"/>
                  <a:gd name="connsiteY30" fmla="*/ 149126 h 1583637"/>
                  <a:gd name="connsiteX31" fmla="*/ 459563 w 1583637"/>
                  <a:gd name="connsiteY31" fmla="*/ 252493 h 1583637"/>
                  <a:gd name="connsiteX32" fmla="*/ 699666 w 1583637"/>
                  <a:gd name="connsiteY32" fmla="*/ 165103 h 1583637"/>
                  <a:gd name="connsiteX33" fmla="*/ 727586 w 1583637"/>
                  <a:gd name="connsiteY33" fmla="*/ 6739 h 1583637"/>
                  <a:gd name="connsiteX34" fmla="*/ 856051 w 1583637"/>
                  <a:gd name="connsiteY34" fmla="*/ 6739 h 1583637"/>
                  <a:gd name="connsiteX35" fmla="*/ 883970 w 1583637"/>
                  <a:gd name="connsiteY35" fmla="*/ 165102 h 1583637"/>
                  <a:gd name="connsiteX36" fmla="*/ 1124073 w 1583637"/>
                  <a:gd name="connsiteY36" fmla="*/ 252493 h 1583637"/>
                  <a:gd name="connsiteX37" fmla="*/ 1124074 w 1583637"/>
                  <a:gd name="connsiteY37" fmla="*/ 252493 h 1583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83637" h="1583637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356388" tIns="548497" rIns="356388" bIns="436642" numCol="1" spcCol="1270" anchor="ctr" anchorCtr="0">
                <a:noAutofit/>
              </a:bodyPr>
              <a:lstStyle/>
              <a:p>
                <a:pPr algn="ctr" defTabSz="133286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000" b="1" dirty="0">
                  <a:cs typeface="+mn-ea"/>
                  <a:sym typeface="+mn-lt"/>
                </a:endParaRPr>
              </a:p>
            </p:txBody>
          </p:sp>
          <p:sp>
            <p:nvSpPr>
              <p:cNvPr id="37" name="Oval 6"/>
              <p:cNvSpPr/>
              <p:nvPr/>
            </p:nvSpPr>
            <p:spPr>
              <a:xfrm>
                <a:off x="5283198" y="5985728"/>
                <a:ext cx="2967677" cy="2967679"/>
              </a:xfrm>
              <a:prstGeom prst="ellipse">
                <a:avLst/>
              </a:prstGeom>
              <a:solidFill>
                <a:srgbClr val="005FA5"/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27" name="Group 2"/>
            <p:cNvGrpSpPr/>
            <p:nvPr/>
          </p:nvGrpSpPr>
          <p:grpSpPr>
            <a:xfrm>
              <a:off x="3050409" y="3497941"/>
              <a:ext cx="2032093" cy="2032090"/>
              <a:chOff x="8310032" y="7553444"/>
              <a:chExt cx="4064185" cy="4064179"/>
            </a:xfrm>
          </p:grpSpPr>
          <p:sp>
            <p:nvSpPr>
              <p:cNvPr id="34" name="Freeform 8"/>
              <p:cNvSpPr/>
              <p:nvPr/>
            </p:nvSpPr>
            <p:spPr>
              <a:xfrm>
                <a:off x="8310032" y="7553444"/>
                <a:ext cx="4064185" cy="4064179"/>
              </a:xfrm>
              <a:custGeom>
                <a:avLst/>
                <a:gdLst>
                  <a:gd name="connsiteX0" fmla="*/ 1124074 w 1583637"/>
                  <a:gd name="connsiteY0" fmla="*/ 252493 h 1583637"/>
                  <a:gd name="connsiteX1" fmla="*/ 1247256 w 1583637"/>
                  <a:gd name="connsiteY1" fmla="*/ 149126 h 1583637"/>
                  <a:gd name="connsiteX2" fmla="*/ 1345663 w 1583637"/>
                  <a:gd name="connsiteY2" fmla="*/ 231701 h 1583637"/>
                  <a:gd name="connsiteX3" fmla="*/ 1265256 w 1583637"/>
                  <a:gd name="connsiteY3" fmla="*/ 370961 h 1583637"/>
                  <a:gd name="connsiteX4" fmla="*/ 1393012 w 1583637"/>
                  <a:gd name="connsiteY4" fmla="*/ 592241 h 1583637"/>
                  <a:gd name="connsiteX5" fmla="*/ 1553818 w 1583637"/>
                  <a:gd name="connsiteY5" fmla="*/ 592237 h 1583637"/>
                  <a:gd name="connsiteX6" fmla="*/ 1576125 w 1583637"/>
                  <a:gd name="connsiteY6" fmla="*/ 718748 h 1583637"/>
                  <a:gd name="connsiteX7" fmla="*/ 1425015 w 1583637"/>
                  <a:gd name="connsiteY7" fmla="*/ 773743 h 1583637"/>
                  <a:gd name="connsiteX8" fmla="*/ 1380646 w 1583637"/>
                  <a:gd name="connsiteY8" fmla="*/ 1025372 h 1583637"/>
                  <a:gd name="connsiteX9" fmla="*/ 1503833 w 1583637"/>
                  <a:gd name="connsiteY9" fmla="*/ 1128733 h 1583637"/>
                  <a:gd name="connsiteX10" fmla="*/ 1439602 w 1583637"/>
                  <a:gd name="connsiteY10" fmla="*/ 1239984 h 1583637"/>
                  <a:gd name="connsiteX11" fmla="*/ 1288495 w 1583637"/>
                  <a:gd name="connsiteY11" fmla="*/ 1184982 h 1583637"/>
                  <a:gd name="connsiteX12" fmla="*/ 1092761 w 1583637"/>
                  <a:gd name="connsiteY12" fmla="*/ 1349222 h 1583637"/>
                  <a:gd name="connsiteX13" fmla="*/ 1120689 w 1583637"/>
                  <a:gd name="connsiteY13" fmla="*/ 1507584 h 1583637"/>
                  <a:gd name="connsiteX14" fmla="*/ 999974 w 1583637"/>
                  <a:gd name="connsiteY14" fmla="*/ 1551521 h 1583637"/>
                  <a:gd name="connsiteX15" fmla="*/ 919574 w 1583637"/>
                  <a:gd name="connsiteY15" fmla="*/ 1412257 h 1583637"/>
                  <a:gd name="connsiteX16" fmla="*/ 664062 w 1583637"/>
                  <a:gd name="connsiteY16" fmla="*/ 1412257 h 1583637"/>
                  <a:gd name="connsiteX17" fmla="*/ 583663 w 1583637"/>
                  <a:gd name="connsiteY17" fmla="*/ 1551521 h 1583637"/>
                  <a:gd name="connsiteX18" fmla="*/ 462948 w 1583637"/>
                  <a:gd name="connsiteY18" fmla="*/ 1507584 h 1583637"/>
                  <a:gd name="connsiteX19" fmla="*/ 490876 w 1583637"/>
                  <a:gd name="connsiteY19" fmla="*/ 1349222 h 1583637"/>
                  <a:gd name="connsiteX20" fmla="*/ 295142 w 1583637"/>
                  <a:gd name="connsiteY20" fmla="*/ 1184981 h 1583637"/>
                  <a:gd name="connsiteX21" fmla="*/ 144035 w 1583637"/>
                  <a:gd name="connsiteY21" fmla="*/ 1239984 h 1583637"/>
                  <a:gd name="connsiteX22" fmla="*/ 79804 w 1583637"/>
                  <a:gd name="connsiteY22" fmla="*/ 1128733 h 1583637"/>
                  <a:gd name="connsiteX23" fmla="*/ 202991 w 1583637"/>
                  <a:gd name="connsiteY23" fmla="*/ 1025372 h 1583637"/>
                  <a:gd name="connsiteX24" fmla="*/ 158622 w 1583637"/>
                  <a:gd name="connsiteY24" fmla="*/ 773743 h 1583637"/>
                  <a:gd name="connsiteX25" fmla="*/ 7512 w 1583637"/>
                  <a:gd name="connsiteY25" fmla="*/ 718748 h 1583637"/>
                  <a:gd name="connsiteX26" fmla="*/ 29819 w 1583637"/>
                  <a:gd name="connsiteY26" fmla="*/ 592237 h 1583637"/>
                  <a:gd name="connsiteX27" fmla="*/ 190625 w 1583637"/>
                  <a:gd name="connsiteY27" fmla="*/ 592241 h 1583637"/>
                  <a:gd name="connsiteX28" fmla="*/ 318381 w 1583637"/>
                  <a:gd name="connsiteY28" fmla="*/ 370961 h 1583637"/>
                  <a:gd name="connsiteX29" fmla="*/ 237974 w 1583637"/>
                  <a:gd name="connsiteY29" fmla="*/ 231701 h 1583637"/>
                  <a:gd name="connsiteX30" fmla="*/ 336381 w 1583637"/>
                  <a:gd name="connsiteY30" fmla="*/ 149126 h 1583637"/>
                  <a:gd name="connsiteX31" fmla="*/ 459563 w 1583637"/>
                  <a:gd name="connsiteY31" fmla="*/ 252493 h 1583637"/>
                  <a:gd name="connsiteX32" fmla="*/ 699666 w 1583637"/>
                  <a:gd name="connsiteY32" fmla="*/ 165103 h 1583637"/>
                  <a:gd name="connsiteX33" fmla="*/ 727586 w 1583637"/>
                  <a:gd name="connsiteY33" fmla="*/ 6739 h 1583637"/>
                  <a:gd name="connsiteX34" fmla="*/ 856051 w 1583637"/>
                  <a:gd name="connsiteY34" fmla="*/ 6739 h 1583637"/>
                  <a:gd name="connsiteX35" fmla="*/ 883970 w 1583637"/>
                  <a:gd name="connsiteY35" fmla="*/ 165102 h 1583637"/>
                  <a:gd name="connsiteX36" fmla="*/ 1124073 w 1583637"/>
                  <a:gd name="connsiteY36" fmla="*/ 252493 h 1583637"/>
                  <a:gd name="connsiteX37" fmla="*/ 1124074 w 1583637"/>
                  <a:gd name="connsiteY37" fmla="*/ 252493 h 1583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83637" h="1583637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356388" tIns="548497" rIns="356388" bIns="436642" numCol="1" spcCol="1270" anchor="ctr" anchorCtr="0">
                <a:noAutofit/>
              </a:bodyPr>
              <a:lstStyle/>
              <a:p>
                <a:pPr algn="ctr" defTabSz="133286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000" b="1" dirty="0">
                  <a:cs typeface="+mn-ea"/>
                  <a:sym typeface="+mn-lt"/>
                </a:endParaRPr>
              </a:p>
            </p:txBody>
          </p:sp>
          <p:sp>
            <p:nvSpPr>
              <p:cNvPr id="35" name="Oval 9"/>
              <p:cNvSpPr/>
              <p:nvPr/>
            </p:nvSpPr>
            <p:spPr>
              <a:xfrm>
                <a:off x="9006234" y="8249648"/>
                <a:ext cx="2671784" cy="2671774"/>
              </a:xfrm>
              <a:prstGeom prst="ellipse">
                <a:avLst/>
              </a:prstGeom>
              <a:solidFill>
                <a:srgbClr val="005FA5"/>
              </a:solidFill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b="1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28" name="Group 22"/>
            <p:cNvGrpSpPr/>
            <p:nvPr/>
          </p:nvGrpSpPr>
          <p:grpSpPr>
            <a:xfrm>
              <a:off x="1517664" y="4483226"/>
              <a:ext cx="1551145" cy="1551142"/>
              <a:chOff x="5244543" y="9524013"/>
              <a:chExt cx="3102290" cy="3102284"/>
            </a:xfrm>
            <a:solidFill>
              <a:schemeClr val="accent5"/>
            </a:solidFill>
          </p:grpSpPr>
          <p:sp>
            <p:nvSpPr>
              <p:cNvPr id="29" name="Freeform 11"/>
              <p:cNvSpPr/>
              <p:nvPr/>
            </p:nvSpPr>
            <p:spPr>
              <a:xfrm>
                <a:off x="5244543" y="9524013"/>
                <a:ext cx="3102290" cy="3102284"/>
              </a:xfrm>
              <a:custGeom>
                <a:avLst/>
                <a:gdLst>
                  <a:gd name="connsiteX0" fmla="*/ 1124074 w 1583637"/>
                  <a:gd name="connsiteY0" fmla="*/ 252493 h 1583637"/>
                  <a:gd name="connsiteX1" fmla="*/ 1247256 w 1583637"/>
                  <a:gd name="connsiteY1" fmla="*/ 149126 h 1583637"/>
                  <a:gd name="connsiteX2" fmla="*/ 1345663 w 1583637"/>
                  <a:gd name="connsiteY2" fmla="*/ 231701 h 1583637"/>
                  <a:gd name="connsiteX3" fmla="*/ 1265256 w 1583637"/>
                  <a:gd name="connsiteY3" fmla="*/ 370961 h 1583637"/>
                  <a:gd name="connsiteX4" fmla="*/ 1393012 w 1583637"/>
                  <a:gd name="connsiteY4" fmla="*/ 592241 h 1583637"/>
                  <a:gd name="connsiteX5" fmla="*/ 1553818 w 1583637"/>
                  <a:gd name="connsiteY5" fmla="*/ 592237 h 1583637"/>
                  <a:gd name="connsiteX6" fmla="*/ 1576125 w 1583637"/>
                  <a:gd name="connsiteY6" fmla="*/ 718748 h 1583637"/>
                  <a:gd name="connsiteX7" fmla="*/ 1425015 w 1583637"/>
                  <a:gd name="connsiteY7" fmla="*/ 773743 h 1583637"/>
                  <a:gd name="connsiteX8" fmla="*/ 1380646 w 1583637"/>
                  <a:gd name="connsiteY8" fmla="*/ 1025372 h 1583637"/>
                  <a:gd name="connsiteX9" fmla="*/ 1503833 w 1583637"/>
                  <a:gd name="connsiteY9" fmla="*/ 1128733 h 1583637"/>
                  <a:gd name="connsiteX10" fmla="*/ 1439602 w 1583637"/>
                  <a:gd name="connsiteY10" fmla="*/ 1239984 h 1583637"/>
                  <a:gd name="connsiteX11" fmla="*/ 1288495 w 1583637"/>
                  <a:gd name="connsiteY11" fmla="*/ 1184982 h 1583637"/>
                  <a:gd name="connsiteX12" fmla="*/ 1092761 w 1583637"/>
                  <a:gd name="connsiteY12" fmla="*/ 1349222 h 1583637"/>
                  <a:gd name="connsiteX13" fmla="*/ 1120689 w 1583637"/>
                  <a:gd name="connsiteY13" fmla="*/ 1507584 h 1583637"/>
                  <a:gd name="connsiteX14" fmla="*/ 999974 w 1583637"/>
                  <a:gd name="connsiteY14" fmla="*/ 1551521 h 1583637"/>
                  <a:gd name="connsiteX15" fmla="*/ 919574 w 1583637"/>
                  <a:gd name="connsiteY15" fmla="*/ 1412257 h 1583637"/>
                  <a:gd name="connsiteX16" fmla="*/ 664062 w 1583637"/>
                  <a:gd name="connsiteY16" fmla="*/ 1412257 h 1583637"/>
                  <a:gd name="connsiteX17" fmla="*/ 583663 w 1583637"/>
                  <a:gd name="connsiteY17" fmla="*/ 1551521 h 1583637"/>
                  <a:gd name="connsiteX18" fmla="*/ 462948 w 1583637"/>
                  <a:gd name="connsiteY18" fmla="*/ 1507584 h 1583637"/>
                  <a:gd name="connsiteX19" fmla="*/ 490876 w 1583637"/>
                  <a:gd name="connsiteY19" fmla="*/ 1349222 h 1583637"/>
                  <a:gd name="connsiteX20" fmla="*/ 295142 w 1583637"/>
                  <a:gd name="connsiteY20" fmla="*/ 1184981 h 1583637"/>
                  <a:gd name="connsiteX21" fmla="*/ 144035 w 1583637"/>
                  <a:gd name="connsiteY21" fmla="*/ 1239984 h 1583637"/>
                  <a:gd name="connsiteX22" fmla="*/ 79804 w 1583637"/>
                  <a:gd name="connsiteY22" fmla="*/ 1128733 h 1583637"/>
                  <a:gd name="connsiteX23" fmla="*/ 202991 w 1583637"/>
                  <a:gd name="connsiteY23" fmla="*/ 1025372 h 1583637"/>
                  <a:gd name="connsiteX24" fmla="*/ 158622 w 1583637"/>
                  <a:gd name="connsiteY24" fmla="*/ 773743 h 1583637"/>
                  <a:gd name="connsiteX25" fmla="*/ 7512 w 1583637"/>
                  <a:gd name="connsiteY25" fmla="*/ 718748 h 1583637"/>
                  <a:gd name="connsiteX26" fmla="*/ 29819 w 1583637"/>
                  <a:gd name="connsiteY26" fmla="*/ 592237 h 1583637"/>
                  <a:gd name="connsiteX27" fmla="*/ 190625 w 1583637"/>
                  <a:gd name="connsiteY27" fmla="*/ 592241 h 1583637"/>
                  <a:gd name="connsiteX28" fmla="*/ 318381 w 1583637"/>
                  <a:gd name="connsiteY28" fmla="*/ 370961 h 1583637"/>
                  <a:gd name="connsiteX29" fmla="*/ 237974 w 1583637"/>
                  <a:gd name="connsiteY29" fmla="*/ 231701 h 1583637"/>
                  <a:gd name="connsiteX30" fmla="*/ 336381 w 1583637"/>
                  <a:gd name="connsiteY30" fmla="*/ 149126 h 1583637"/>
                  <a:gd name="connsiteX31" fmla="*/ 459563 w 1583637"/>
                  <a:gd name="connsiteY31" fmla="*/ 252493 h 1583637"/>
                  <a:gd name="connsiteX32" fmla="*/ 699666 w 1583637"/>
                  <a:gd name="connsiteY32" fmla="*/ 165103 h 1583637"/>
                  <a:gd name="connsiteX33" fmla="*/ 727586 w 1583637"/>
                  <a:gd name="connsiteY33" fmla="*/ 6739 h 1583637"/>
                  <a:gd name="connsiteX34" fmla="*/ 856051 w 1583637"/>
                  <a:gd name="connsiteY34" fmla="*/ 6739 h 1583637"/>
                  <a:gd name="connsiteX35" fmla="*/ 883970 w 1583637"/>
                  <a:gd name="connsiteY35" fmla="*/ 165102 h 1583637"/>
                  <a:gd name="connsiteX36" fmla="*/ 1124073 w 1583637"/>
                  <a:gd name="connsiteY36" fmla="*/ 252493 h 1583637"/>
                  <a:gd name="connsiteX37" fmla="*/ 1124074 w 1583637"/>
                  <a:gd name="connsiteY37" fmla="*/ 252493 h 1583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83637" h="1583637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solidFill>
                <a:srgbClr val="BAE2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900" b="1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3" name="Oval 12"/>
              <p:cNvSpPr/>
              <p:nvPr/>
            </p:nvSpPr>
            <p:spPr>
              <a:xfrm>
                <a:off x="5833315" y="10112782"/>
                <a:ext cx="1924746" cy="1924746"/>
              </a:xfrm>
              <a:prstGeom prst="ellipse">
                <a:avLst/>
              </a:prstGeom>
              <a:solidFill>
                <a:srgbClr val="BAE2FF"/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b="1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1" name="Group 3"/>
            <p:cNvGrpSpPr/>
            <p:nvPr/>
          </p:nvGrpSpPr>
          <p:grpSpPr>
            <a:xfrm>
              <a:off x="3077110" y="1808108"/>
              <a:ext cx="1516998" cy="1516995"/>
              <a:chOff x="8363434" y="4173777"/>
              <a:chExt cx="3033996" cy="3033990"/>
            </a:xfrm>
            <a:solidFill>
              <a:schemeClr val="accent5"/>
            </a:solidFill>
          </p:grpSpPr>
          <p:sp>
            <p:nvSpPr>
              <p:cNvPr id="51" name="Freeform 14"/>
              <p:cNvSpPr/>
              <p:nvPr/>
            </p:nvSpPr>
            <p:spPr>
              <a:xfrm>
                <a:off x="8363434" y="4173777"/>
                <a:ext cx="3033996" cy="3033990"/>
              </a:xfrm>
              <a:custGeom>
                <a:avLst/>
                <a:gdLst>
                  <a:gd name="connsiteX0" fmla="*/ 1124074 w 1583637"/>
                  <a:gd name="connsiteY0" fmla="*/ 252493 h 1583637"/>
                  <a:gd name="connsiteX1" fmla="*/ 1247256 w 1583637"/>
                  <a:gd name="connsiteY1" fmla="*/ 149126 h 1583637"/>
                  <a:gd name="connsiteX2" fmla="*/ 1345663 w 1583637"/>
                  <a:gd name="connsiteY2" fmla="*/ 231701 h 1583637"/>
                  <a:gd name="connsiteX3" fmla="*/ 1265256 w 1583637"/>
                  <a:gd name="connsiteY3" fmla="*/ 370961 h 1583637"/>
                  <a:gd name="connsiteX4" fmla="*/ 1393012 w 1583637"/>
                  <a:gd name="connsiteY4" fmla="*/ 592241 h 1583637"/>
                  <a:gd name="connsiteX5" fmla="*/ 1553818 w 1583637"/>
                  <a:gd name="connsiteY5" fmla="*/ 592237 h 1583637"/>
                  <a:gd name="connsiteX6" fmla="*/ 1576125 w 1583637"/>
                  <a:gd name="connsiteY6" fmla="*/ 718748 h 1583637"/>
                  <a:gd name="connsiteX7" fmla="*/ 1425015 w 1583637"/>
                  <a:gd name="connsiteY7" fmla="*/ 773743 h 1583637"/>
                  <a:gd name="connsiteX8" fmla="*/ 1380646 w 1583637"/>
                  <a:gd name="connsiteY8" fmla="*/ 1025372 h 1583637"/>
                  <a:gd name="connsiteX9" fmla="*/ 1503833 w 1583637"/>
                  <a:gd name="connsiteY9" fmla="*/ 1128733 h 1583637"/>
                  <a:gd name="connsiteX10" fmla="*/ 1439602 w 1583637"/>
                  <a:gd name="connsiteY10" fmla="*/ 1239984 h 1583637"/>
                  <a:gd name="connsiteX11" fmla="*/ 1288495 w 1583637"/>
                  <a:gd name="connsiteY11" fmla="*/ 1184982 h 1583637"/>
                  <a:gd name="connsiteX12" fmla="*/ 1092761 w 1583637"/>
                  <a:gd name="connsiteY12" fmla="*/ 1349222 h 1583637"/>
                  <a:gd name="connsiteX13" fmla="*/ 1120689 w 1583637"/>
                  <a:gd name="connsiteY13" fmla="*/ 1507584 h 1583637"/>
                  <a:gd name="connsiteX14" fmla="*/ 999974 w 1583637"/>
                  <a:gd name="connsiteY14" fmla="*/ 1551521 h 1583637"/>
                  <a:gd name="connsiteX15" fmla="*/ 919574 w 1583637"/>
                  <a:gd name="connsiteY15" fmla="*/ 1412257 h 1583637"/>
                  <a:gd name="connsiteX16" fmla="*/ 664062 w 1583637"/>
                  <a:gd name="connsiteY16" fmla="*/ 1412257 h 1583637"/>
                  <a:gd name="connsiteX17" fmla="*/ 583663 w 1583637"/>
                  <a:gd name="connsiteY17" fmla="*/ 1551521 h 1583637"/>
                  <a:gd name="connsiteX18" fmla="*/ 462948 w 1583637"/>
                  <a:gd name="connsiteY18" fmla="*/ 1507584 h 1583637"/>
                  <a:gd name="connsiteX19" fmla="*/ 490876 w 1583637"/>
                  <a:gd name="connsiteY19" fmla="*/ 1349222 h 1583637"/>
                  <a:gd name="connsiteX20" fmla="*/ 295142 w 1583637"/>
                  <a:gd name="connsiteY20" fmla="*/ 1184981 h 1583637"/>
                  <a:gd name="connsiteX21" fmla="*/ 144035 w 1583637"/>
                  <a:gd name="connsiteY21" fmla="*/ 1239984 h 1583637"/>
                  <a:gd name="connsiteX22" fmla="*/ 79804 w 1583637"/>
                  <a:gd name="connsiteY22" fmla="*/ 1128733 h 1583637"/>
                  <a:gd name="connsiteX23" fmla="*/ 202991 w 1583637"/>
                  <a:gd name="connsiteY23" fmla="*/ 1025372 h 1583637"/>
                  <a:gd name="connsiteX24" fmla="*/ 158622 w 1583637"/>
                  <a:gd name="connsiteY24" fmla="*/ 773743 h 1583637"/>
                  <a:gd name="connsiteX25" fmla="*/ 7512 w 1583637"/>
                  <a:gd name="connsiteY25" fmla="*/ 718748 h 1583637"/>
                  <a:gd name="connsiteX26" fmla="*/ 29819 w 1583637"/>
                  <a:gd name="connsiteY26" fmla="*/ 592237 h 1583637"/>
                  <a:gd name="connsiteX27" fmla="*/ 190625 w 1583637"/>
                  <a:gd name="connsiteY27" fmla="*/ 592241 h 1583637"/>
                  <a:gd name="connsiteX28" fmla="*/ 318381 w 1583637"/>
                  <a:gd name="connsiteY28" fmla="*/ 370961 h 1583637"/>
                  <a:gd name="connsiteX29" fmla="*/ 237974 w 1583637"/>
                  <a:gd name="connsiteY29" fmla="*/ 231701 h 1583637"/>
                  <a:gd name="connsiteX30" fmla="*/ 336381 w 1583637"/>
                  <a:gd name="connsiteY30" fmla="*/ 149126 h 1583637"/>
                  <a:gd name="connsiteX31" fmla="*/ 459563 w 1583637"/>
                  <a:gd name="connsiteY31" fmla="*/ 252493 h 1583637"/>
                  <a:gd name="connsiteX32" fmla="*/ 699666 w 1583637"/>
                  <a:gd name="connsiteY32" fmla="*/ 165103 h 1583637"/>
                  <a:gd name="connsiteX33" fmla="*/ 727586 w 1583637"/>
                  <a:gd name="connsiteY33" fmla="*/ 6739 h 1583637"/>
                  <a:gd name="connsiteX34" fmla="*/ 856051 w 1583637"/>
                  <a:gd name="connsiteY34" fmla="*/ 6739 h 1583637"/>
                  <a:gd name="connsiteX35" fmla="*/ 883970 w 1583637"/>
                  <a:gd name="connsiteY35" fmla="*/ 165102 h 1583637"/>
                  <a:gd name="connsiteX36" fmla="*/ 1124073 w 1583637"/>
                  <a:gd name="connsiteY36" fmla="*/ 252493 h 1583637"/>
                  <a:gd name="connsiteX37" fmla="*/ 1124074 w 1583637"/>
                  <a:gd name="connsiteY37" fmla="*/ 252493 h 1583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83637" h="1583637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solidFill>
                <a:srgbClr val="BAE2FF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356388" tIns="548497" rIns="356388" bIns="436642" numCol="1" spcCol="1270" anchor="ctr" anchorCtr="0">
                <a:noAutofit/>
              </a:bodyPr>
              <a:lstStyle/>
              <a:p>
                <a:pPr algn="ctr" defTabSz="133286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000" b="1" dirty="0">
                  <a:cs typeface="+mn-ea"/>
                  <a:sym typeface="+mn-lt"/>
                </a:endParaRPr>
              </a:p>
            </p:txBody>
          </p:sp>
          <p:sp>
            <p:nvSpPr>
              <p:cNvPr id="52" name="Oval 15"/>
              <p:cNvSpPr/>
              <p:nvPr/>
            </p:nvSpPr>
            <p:spPr>
              <a:xfrm>
                <a:off x="8939245" y="4749585"/>
                <a:ext cx="1882374" cy="1882374"/>
              </a:xfrm>
              <a:prstGeom prst="ellipse">
                <a:avLst/>
              </a:prstGeom>
              <a:solidFill>
                <a:srgbClr val="BAE2FF"/>
              </a:solidFill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 b="1" dirty="0">
                  <a:cs typeface="+mn-ea"/>
                  <a:sym typeface="+mn-lt"/>
                </a:endParaRPr>
              </a:p>
            </p:txBody>
          </p:sp>
        </p:grpSp>
        <p:sp>
          <p:nvSpPr>
            <p:cNvPr id="53" name="Arc 16"/>
            <p:cNvSpPr/>
            <p:nvPr/>
          </p:nvSpPr>
          <p:spPr>
            <a:xfrm rot="2548953" flipH="1">
              <a:off x="2745908" y="1656193"/>
              <a:ext cx="2150225" cy="2150226"/>
            </a:xfrm>
            <a:prstGeom prst="arc">
              <a:avLst/>
            </a:prstGeom>
            <a:ln w="28575">
              <a:solidFill>
                <a:srgbClr val="005FA5">
                  <a:alpha val="70000"/>
                </a:srgbClr>
              </a:solidFill>
              <a:prstDash val="sysDot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 dirty="0">
                <a:cs typeface="+mn-ea"/>
                <a:sym typeface="+mn-lt"/>
              </a:endParaRPr>
            </a:p>
          </p:txBody>
        </p:sp>
        <p:sp>
          <p:nvSpPr>
            <p:cNvPr id="54" name="Arc 17"/>
            <p:cNvSpPr/>
            <p:nvPr/>
          </p:nvSpPr>
          <p:spPr>
            <a:xfrm rot="11931966">
              <a:off x="834708" y="2483563"/>
              <a:ext cx="2150225" cy="2150226"/>
            </a:xfrm>
            <a:prstGeom prst="arc">
              <a:avLst/>
            </a:prstGeom>
            <a:ln w="28575">
              <a:solidFill>
                <a:srgbClr val="005FA5">
                  <a:alpha val="70000"/>
                </a:srgbClr>
              </a:solidFill>
              <a:prstDash val="sysDot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 dirty="0">
                <a:cs typeface="+mn-ea"/>
                <a:sym typeface="+mn-lt"/>
              </a:endParaRPr>
            </a:p>
          </p:txBody>
        </p:sp>
        <p:sp>
          <p:nvSpPr>
            <p:cNvPr id="55" name="Arc 18"/>
            <p:cNvSpPr/>
            <p:nvPr/>
          </p:nvSpPr>
          <p:spPr>
            <a:xfrm rot="9900000" flipH="1">
              <a:off x="3067082" y="3552308"/>
              <a:ext cx="2150226" cy="2150225"/>
            </a:xfrm>
            <a:prstGeom prst="arc">
              <a:avLst/>
            </a:prstGeom>
            <a:ln w="28575">
              <a:solidFill>
                <a:srgbClr val="005FA5">
                  <a:alpha val="70000"/>
                </a:srgbClr>
              </a:solidFill>
              <a:prstDash val="sysDot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1" dirty="0">
                <a:cs typeface="+mn-ea"/>
                <a:sym typeface="+mn-lt"/>
              </a:endParaRPr>
            </a:p>
          </p:txBody>
        </p:sp>
        <p:sp>
          <p:nvSpPr>
            <p:cNvPr id="56" name="Oval 20"/>
            <p:cNvSpPr/>
            <p:nvPr/>
          </p:nvSpPr>
          <p:spPr>
            <a:xfrm>
              <a:off x="1782329" y="2959420"/>
              <a:ext cx="993166" cy="9931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r="5400000" algn="ctr" rotWithShape="0">
                <a:srgbClr val="000000">
                  <a:alpha val="37000"/>
                </a:srgbClr>
              </a:out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56388" tIns="548497" rIns="356388" bIns="436642" numCol="1" spcCol="1270" anchor="ctr" anchorCtr="0">
              <a:noAutofit/>
            </a:bodyPr>
            <a:lstStyle/>
            <a:p>
              <a:pPr algn="ctr" defTabSz="133286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000" b="1" dirty="0">
                <a:cs typeface="+mn-ea"/>
                <a:sym typeface="+mn-lt"/>
              </a:endParaRPr>
            </a:p>
          </p:txBody>
        </p:sp>
        <p:sp>
          <p:nvSpPr>
            <p:cNvPr id="57" name="Oval 29"/>
            <p:cNvSpPr/>
            <p:nvPr/>
          </p:nvSpPr>
          <p:spPr>
            <a:xfrm>
              <a:off x="3569872" y="4017403"/>
              <a:ext cx="993166" cy="9931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r="5400000" algn="ctr" rotWithShape="0">
                <a:srgbClr val="000000">
                  <a:alpha val="37000"/>
                </a:srgbClr>
              </a:out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56388" tIns="548497" rIns="356388" bIns="436642" numCol="1" spcCol="1270" anchor="ctr" anchorCtr="0">
              <a:noAutofit/>
            </a:bodyPr>
            <a:lstStyle/>
            <a:p>
              <a:pPr algn="ctr" defTabSz="133286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000" b="1" dirty="0">
                <a:cs typeface="+mn-ea"/>
                <a:sym typeface="+mn-lt"/>
              </a:endParaRPr>
            </a:p>
          </p:txBody>
        </p:sp>
        <p:sp>
          <p:nvSpPr>
            <p:cNvPr id="58" name="Oval 41"/>
            <p:cNvSpPr/>
            <p:nvPr/>
          </p:nvSpPr>
          <p:spPr>
            <a:xfrm>
              <a:off x="3529644" y="2260640"/>
              <a:ext cx="611931" cy="6119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r="5400000" algn="ctr" rotWithShape="0">
                <a:srgbClr val="000000">
                  <a:alpha val="37000"/>
                </a:srgbClr>
              </a:outerShdw>
            </a:effectLst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56388" tIns="548497" rIns="356388" bIns="436642" numCol="1" spcCol="1270" anchor="ctr" anchorCtr="0">
              <a:noAutofit/>
            </a:bodyPr>
            <a:lstStyle/>
            <a:p>
              <a:pPr algn="ctr" defTabSz="133286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000" b="1" dirty="0">
                <a:cs typeface="+mn-ea"/>
                <a:sym typeface="+mn-lt"/>
              </a:endParaRPr>
            </a:p>
          </p:txBody>
        </p:sp>
        <p:sp>
          <p:nvSpPr>
            <p:cNvPr id="59" name="Oval 47"/>
            <p:cNvSpPr/>
            <p:nvPr/>
          </p:nvSpPr>
          <p:spPr>
            <a:xfrm>
              <a:off x="1987272" y="4952832"/>
              <a:ext cx="611931" cy="6119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r="5400000" algn="ctr" rotWithShape="0">
                <a:srgbClr val="000000">
                  <a:alpha val="37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 b="1" dirty="0">
                <a:cs typeface="+mn-ea"/>
                <a:sym typeface="+mn-lt"/>
              </a:endParaRPr>
            </a:p>
          </p:txBody>
        </p:sp>
        <p:sp>
          <p:nvSpPr>
            <p:cNvPr id="60" name="椭圆 59"/>
            <p:cNvSpPr/>
            <p:nvPr/>
          </p:nvSpPr>
          <p:spPr>
            <a:xfrm>
              <a:off x="2085850" y="3247187"/>
              <a:ext cx="417632" cy="417632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1</a:t>
              </a: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61" name="椭圆 60"/>
            <p:cNvSpPr/>
            <p:nvPr/>
          </p:nvSpPr>
          <p:spPr>
            <a:xfrm>
              <a:off x="3625206" y="2356779"/>
              <a:ext cx="417632" cy="417632"/>
            </a:xfrm>
            <a:prstGeom prst="ellips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2</a:t>
              </a: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62" name="椭圆 61"/>
            <p:cNvSpPr/>
            <p:nvPr/>
          </p:nvSpPr>
          <p:spPr>
            <a:xfrm>
              <a:off x="2087063" y="5052479"/>
              <a:ext cx="417632" cy="417632"/>
            </a:xfrm>
            <a:prstGeom prst="ellips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cs typeface="+mn-ea"/>
                  <a:sym typeface="+mn-lt"/>
                </a:rPr>
                <a:t>3</a:t>
              </a:r>
              <a:endParaRPr lang="zh-CN" altLang="en-US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63" name="椭圆 62"/>
            <p:cNvSpPr/>
            <p:nvPr/>
          </p:nvSpPr>
          <p:spPr>
            <a:xfrm>
              <a:off x="3870595" y="4314944"/>
              <a:ext cx="417632" cy="417632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4</a:t>
              </a:r>
              <a:endParaRPr lang="zh-CN" altLang="en-US" dirty="0">
                <a:cs typeface="+mn-ea"/>
                <a:sym typeface="+mn-lt"/>
              </a:endParaRPr>
            </a:p>
          </p:txBody>
        </p:sp>
      </p:grpSp>
      <p:sp>
        <p:nvSpPr>
          <p:cNvPr id="64" name="Footer Text"/>
          <p:cNvSpPr txBox="1"/>
          <p:nvPr/>
        </p:nvSpPr>
        <p:spPr>
          <a:xfrm>
            <a:off x="1343247" y="710205"/>
            <a:ext cx="32956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cs typeface="+mn-ea"/>
                <a:sym typeface="+mn-lt"/>
              </a:rPr>
              <a:t>研究成果与展示</a:t>
            </a:r>
            <a:endParaRPr lang="zh-CN" altLang="en-US" sz="2800" dirty="0">
              <a:cs typeface="+mn-ea"/>
              <a:sym typeface="+mn-lt"/>
            </a:endParaRPr>
          </a:p>
        </p:txBody>
      </p:sp>
      <p:pic>
        <p:nvPicPr>
          <p:cNvPr id="65" name="图片 64" descr="005Rm9jOly4grelek7dmbj30u00u0k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95325" y="601345"/>
            <a:ext cx="6477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 userDrawn="1"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>
            <a:off x="11379690" y="2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11859995" y="797633"/>
            <a:ext cx="216293" cy="1527440"/>
            <a:chOff x="11349438" y="764179"/>
            <a:chExt cx="216293" cy="1527440"/>
          </a:xfrm>
        </p:grpSpPr>
        <p:sp>
          <p:nvSpPr>
            <p:cNvPr id="9" name="等腰三角形 8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3" name="任意多边形: 形状 42"/>
          <p:cNvSpPr/>
          <p:nvPr userDrawn="1"/>
        </p:nvSpPr>
        <p:spPr>
          <a:xfrm rot="10800000">
            <a:off x="1" y="6209613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44" name="组合 43"/>
          <p:cNvGrpSpPr/>
          <p:nvPr userDrawn="1"/>
        </p:nvGrpSpPr>
        <p:grpSpPr>
          <a:xfrm rot="10800000">
            <a:off x="110007" y="4544081"/>
            <a:ext cx="216293" cy="1527440"/>
            <a:chOff x="11349438" y="764179"/>
            <a:chExt cx="216293" cy="1527440"/>
          </a:xfrm>
        </p:grpSpPr>
        <p:sp>
          <p:nvSpPr>
            <p:cNvPr id="45" name="等腰三角形 44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6" name="等腰三角形 45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" name="等腰三角形 47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9" name="等腰三角形 48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pic>
        <p:nvPicPr>
          <p:cNvPr id="30" name="图片 29" descr="caef76094b36acaf4fbac5a272e12c1600e99cd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7880" y="381635"/>
            <a:ext cx="792480" cy="158623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032125" y="2269096"/>
            <a:ext cx="489125" cy="489125"/>
            <a:chOff x="1059280" y="4003114"/>
            <a:chExt cx="714661" cy="714661"/>
          </a:xfrm>
        </p:grpSpPr>
        <p:sp>
          <p:nvSpPr>
            <p:cNvPr id="3" name="Oval 4"/>
            <p:cNvSpPr/>
            <p:nvPr/>
          </p:nvSpPr>
          <p:spPr>
            <a:xfrm>
              <a:off x="1059280" y="4003114"/>
              <a:ext cx="714661" cy="71466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HK" altLang="en-US" sz="32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" name="Freeform 20"/>
            <p:cNvSpPr>
              <a:spLocks noChangeAspect="1" noEditPoints="1"/>
            </p:cNvSpPr>
            <p:nvPr/>
          </p:nvSpPr>
          <p:spPr bwMode="auto">
            <a:xfrm>
              <a:off x="1192879" y="4150049"/>
              <a:ext cx="447464" cy="420793"/>
            </a:xfrm>
            <a:custGeom>
              <a:avLst/>
              <a:gdLst>
                <a:gd name="T0" fmla="*/ 64 w 128"/>
                <a:gd name="T1" fmla="*/ 0 h 120"/>
                <a:gd name="T2" fmla="*/ 128 w 128"/>
                <a:gd name="T3" fmla="*/ 64 h 120"/>
                <a:gd name="T4" fmla="*/ 95 w 128"/>
                <a:gd name="T5" fmla="*/ 120 h 120"/>
                <a:gd name="T6" fmla="*/ 33 w 128"/>
                <a:gd name="T7" fmla="*/ 120 h 120"/>
                <a:gd name="T8" fmla="*/ 0 w 128"/>
                <a:gd name="T9" fmla="*/ 64 h 120"/>
                <a:gd name="T10" fmla="*/ 64 w 128"/>
                <a:gd name="T11" fmla="*/ 0 h 120"/>
                <a:gd name="T12" fmla="*/ 100 w 128"/>
                <a:gd name="T13" fmla="*/ 100 h 120"/>
                <a:gd name="T14" fmla="*/ 115 w 128"/>
                <a:gd name="T15" fmla="*/ 64 h 120"/>
                <a:gd name="T16" fmla="*/ 104 w 128"/>
                <a:gd name="T17" fmla="*/ 64 h 120"/>
                <a:gd name="T18" fmla="*/ 104 w 128"/>
                <a:gd name="T19" fmla="*/ 56 h 120"/>
                <a:gd name="T20" fmla="*/ 115 w 128"/>
                <a:gd name="T21" fmla="*/ 56 h 120"/>
                <a:gd name="T22" fmla="*/ 109 w 128"/>
                <a:gd name="T23" fmla="*/ 40 h 120"/>
                <a:gd name="T24" fmla="*/ 96 w 128"/>
                <a:gd name="T25" fmla="*/ 40 h 120"/>
                <a:gd name="T26" fmla="*/ 96 w 128"/>
                <a:gd name="T27" fmla="*/ 32 h 120"/>
                <a:gd name="T28" fmla="*/ 104 w 128"/>
                <a:gd name="T29" fmla="*/ 32 h 120"/>
                <a:gd name="T30" fmla="*/ 100 w 128"/>
                <a:gd name="T31" fmla="*/ 28 h 120"/>
                <a:gd name="T32" fmla="*/ 80 w 128"/>
                <a:gd name="T33" fmla="*/ 15 h 120"/>
                <a:gd name="T34" fmla="*/ 80 w 128"/>
                <a:gd name="T35" fmla="*/ 24 h 120"/>
                <a:gd name="T36" fmla="*/ 72 w 128"/>
                <a:gd name="T37" fmla="*/ 24 h 120"/>
                <a:gd name="T38" fmla="*/ 72 w 128"/>
                <a:gd name="T39" fmla="*/ 13 h 120"/>
                <a:gd name="T40" fmla="*/ 64 w 128"/>
                <a:gd name="T41" fmla="*/ 13 h 120"/>
                <a:gd name="T42" fmla="*/ 56 w 128"/>
                <a:gd name="T43" fmla="*/ 13 h 120"/>
                <a:gd name="T44" fmla="*/ 56 w 128"/>
                <a:gd name="T45" fmla="*/ 24 h 120"/>
                <a:gd name="T46" fmla="*/ 48 w 128"/>
                <a:gd name="T47" fmla="*/ 24 h 120"/>
                <a:gd name="T48" fmla="*/ 48 w 128"/>
                <a:gd name="T49" fmla="*/ 15 h 120"/>
                <a:gd name="T50" fmla="*/ 28 w 128"/>
                <a:gd name="T51" fmla="*/ 28 h 120"/>
                <a:gd name="T52" fmla="*/ 24 w 128"/>
                <a:gd name="T53" fmla="*/ 32 h 120"/>
                <a:gd name="T54" fmla="*/ 32 w 128"/>
                <a:gd name="T55" fmla="*/ 32 h 120"/>
                <a:gd name="T56" fmla="*/ 32 w 128"/>
                <a:gd name="T57" fmla="*/ 40 h 120"/>
                <a:gd name="T58" fmla="*/ 19 w 128"/>
                <a:gd name="T59" fmla="*/ 40 h 120"/>
                <a:gd name="T60" fmla="*/ 13 w 128"/>
                <a:gd name="T61" fmla="*/ 56 h 120"/>
                <a:gd name="T62" fmla="*/ 24 w 128"/>
                <a:gd name="T63" fmla="*/ 56 h 120"/>
                <a:gd name="T64" fmla="*/ 24 w 128"/>
                <a:gd name="T65" fmla="*/ 64 h 120"/>
                <a:gd name="T66" fmla="*/ 13 w 128"/>
                <a:gd name="T67" fmla="*/ 64 h 120"/>
                <a:gd name="T68" fmla="*/ 28 w 128"/>
                <a:gd name="T69" fmla="*/ 100 h 120"/>
                <a:gd name="T70" fmla="*/ 32 w 128"/>
                <a:gd name="T71" fmla="*/ 104 h 120"/>
                <a:gd name="T72" fmla="*/ 56 w 128"/>
                <a:gd name="T73" fmla="*/ 104 h 120"/>
                <a:gd name="T74" fmla="*/ 61 w 128"/>
                <a:gd name="T75" fmla="*/ 40 h 120"/>
                <a:gd name="T76" fmla="*/ 67 w 128"/>
                <a:gd name="T77" fmla="*/ 40 h 120"/>
                <a:gd name="T78" fmla="*/ 72 w 128"/>
                <a:gd name="T79" fmla="*/ 104 h 120"/>
                <a:gd name="T80" fmla="*/ 96 w 128"/>
                <a:gd name="T81" fmla="*/ 104 h 120"/>
                <a:gd name="T82" fmla="*/ 100 w 128"/>
                <a:gd name="T83" fmla="*/ 10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28" h="120">
                  <a:moveTo>
                    <a:pt x="64" y="0"/>
                  </a:moveTo>
                  <a:cubicBezTo>
                    <a:pt x="99" y="0"/>
                    <a:pt x="128" y="29"/>
                    <a:pt x="128" y="64"/>
                  </a:cubicBezTo>
                  <a:cubicBezTo>
                    <a:pt x="128" y="88"/>
                    <a:pt x="115" y="109"/>
                    <a:pt x="95" y="120"/>
                  </a:cubicBezTo>
                  <a:cubicBezTo>
                    <a:pt x="33" y="120"/>
                    <a:pt x="33" y="120"/>
                    <a:pt x="33" y="120"/>
                  </a:cubicBezTo>
                  <a:cubicBezTo>
                    <a:pt x="13" y="109"/>
                    <a:pt x="0" y="88"/>
                    <a:pt x="0" y="64"/>
                  </a:cubicBezTo>
                  <a:cubicBezTo>
                    <a:pt x="0" y="29"/>
                    <a:pt x="29" y="0"/>
                    <a:pt x="64" y="0"/>
                  </a:cubicBezTo>
                  <a:close/>
                  <a:moveTo>
                    <a:pt x="100" y="100"/>
                  </a:moveTo>
                  <a:cubicBezTo>
                    <a:pt x="110" y="91"/>
                    <a:pt x="115" y="78"/>
                    <a:pt x="115" y="64"/>
                  </a:cubicBezTo>
                  <a:cubicBezTo>
                    <a:pt x="104" y="64"/>
                    <a:pt x="104" y="64"/>
                    <a:pt x="104" y="64"/>
                  </a:cubicBezTo>
                  <a:cubicBezTo>
                    <a:pt x="104" y="56"/>
                    <a:pt x="104" y="56"/>
                    <a:pt x="104" y="56"/>
                  </a:cubicBezTo>
                  <a:cubicBezTo>
                    <a:pt x="115" y="56"/>
                    <a:pt x="115" y="56"/>
                    <a:pt x="115" y="56"/>
                  </a:cubicBezTo>
                  <a:cubicBezTo>
                    <a:pt x="114" y="50"/>
                    <a:pt x="112" y="45"/>
                    <a:pt x="109" y="4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32"/>
                    <a:pt x="96" y="32"/>
                    <a:pt x="96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3" y="31"/>
                    <a:pt x="102" y="29"/>
                    <a:pt x="100" y="28"/>
                  </a:cubicBezTo>
                  <a:cubicBezTo>
                    <a:pt x="94" y="22"/>
                    <a:pt x="88" y="18"/>
                    <a:pt x="80" y="15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72" y="24"/>
                    <a:pt x="72" y="24"/>
                    <a:pt x="72" y="24"/>
                  </a:cubicBezTo>
                  <a:cubicBezTo>
                    <a:pt x="72" y="13"/>
                    <a:pt x="72" y="13"/>
                    <a:pt x="72" y="13"/>
                  </a:cubicBezTo>
                  <a:cubicBezTo>
                    <a:pt x="69" y="13"/>
                    <a:pt x="67" y="13"/>
                    <a:pt x="64" y="13"/>
                  </a:cubicBezTo>
                  <a:cubicBezTo>
                    <a:pt x="61" y="13"/>
                    <a:pt x="59" y="13"/>
                    <a:pt x="56" y="13"/>
                  </a:cubicBezTo>
                  <a:cubicBezTo>
                    <a:pt x="56" y="24"/>
                    <a:pt x="56" y="24"/>
                    <a:pt x="56" y="24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0" y="18"/>
                    <a:pt x="34" y="22"/>
                    <a:pt x="28" y="28"/>
                  </a:cubicBezTo>
                  <a:cubicBezTo>
                    <a:pt x="26" y="29"/>
                    <a:pt x="25" y="31"/>
                    <a:pt x="24" y="32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19" y="40"/>
                    <a:pt x="19" y="40"/>
                    <a:pt x="19" y="40"/>
                  </a:cubicBezTo>
                  <a:cubicBezTo>
                    <a:pt x="16" y="45"/>
                    <a:pt x="14" y="50"/>
                    <a:pt x="13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13" y="64"/>
                    <a:pt x="13" y="64"/>
                    <a:pt x="13" y="64"/>
                  </a:cubicBezTo>
                  <a:cubicBezTo>
                    <a:pt x="13" y="78"/>
                    <a:pt x="18" y="91"/>
                    <a:pt x="28" y="100"/>
                  </a:cubicBezTo>
                  <a:cubicBezTo>
                    <a:pt x="29" y="102"/>
                    <a:pt x="30" y="103"/>
                    <a:pt x="32" y="104"/>
                  </a:cubicBezTo>
                  <a:cubicBezTo>
                    <a:pt x="56" y="104"/>
                    <a:pt x="56" y="104"/>
                    <a:pt x="56" y="104"/>
                  </a:cubicBezTo>
                  <a:cubicBezTo>
                    <a:pt x="61" y="40"/>
                    <a:pt x="61" y="40"/>
                    <a:pt x="61" y="40"/>
                  </a:cubicBezTo>
                  <a:cubicBezTo>
                    <a:pt x="67" y="40"/>
                    <a:pt x="67" y="40"/>
                    <a:pt x="67" y="40"/>
                  </a:cubicBezTo>
                  <a:cubicBezTo>
                    <a:pt x="72" y="104"/>
                    <a:pt x="72" y="104"/>
                    <a:pt x="72" y="104"/>
                  </a:cubicBezTo>
                  <a:cubicBezTo>
                    <a:pt x="96" y="104"/>
                    <a:pt x="96" y="104"/>
                    <a:pt x="96" y="104"/>
                  </a:cubicBezTo>
                  <a:cubicBezTo>
                    <a:pt x="97" y="103"/>
                    <a:pt x="99" y="102"/>
                    <a:pt x="100" y="1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HK" altLang="en-US" sz="3200">
                <a:cs typeface="+mn-ea"/>
                <a:sym typeface="+mn-lt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032125" y="4367198"/>
            <a:ext cx="489125" cy="489125"/>
            <a:chOff x="1059280" y="5017374"/>
            <a:chExt cx="714661" cy="714661"/>
          </a:xfrm>
        </p:grpSpPr>
        <p:sp>
          <p:nvSpPr>
            <p:cNvPr id="8" name="Oval 37"/>
            <p:cNvSpPr/>
            <p:nvPr/>
          </p:nvSpPr>
          <p:spPr>
            <a:xfrm>
              <a:off x="1059280" y="5017374"/>
              <a:ext cx="714661" cy="71466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HK" altLang="en-US" sz="32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4" name="Freeform 83"/>
            <p:cNvSpPr>
              <a:spLocks noChangeAspect="1" noEditPoints="1"/>
            </p:cNvSpPr>
            <p:nvPr/>
          </p:nvSpPr>
          <p:spPr bwMode="auto">
            <a:xfrm>
              <a:off x="1276594" y="5150232"/>
              <a:ext cx="280036" cy="448944"/>
            </a:xfrm>
            <a:custGeom>
              <a:avLst/>
              <a:gdLst>
                <a:gd name="T0" fmla="*/ 40 w 80"/>
                <a:gd name="T1" fmla="*/ 0 h 128"/>
                <a:gd name="T2" fmla="*/ 0 w 80"/>
                <a:gd name="T3" fmla="*/ 40 h 128"/>
                <a:gd name="T4" fmla="*/ 40 w 80"/>
                <a:gd name="T5" fmla="*/ 128 h 128"/>
                <a:gd name="T6" fmla="*/ 80 w 80"/>
                <a:gd name="T7" fmla="*/ 40 h 128"/>
                <a:gd name="T8" fmla="*/ 40 w 80"/>
                <a:gd name="T9" fmla="*/ 0 h 128"/>
                <a:gd name="T10" fmla="*/ 40 w 80"/>
                <a:gd name="T11" fmla="*/ 64 h 128"/>
                <a:gd name="T12" fmla="*/ 15 w 80"/>
                <a:gd name="T13" fmla="*/ 40 h 128"/>
                <a:gd name="T14" fmla="*/ 40 w 80"/>
                <a:gd name="T15" fmla="*/ 15 h 128"/>
                <a:gd name="T16" fmla="*/ 64 w 80"/>
                <a:gd name="T17" fmla="*/ 40 h 128"/>
                <a:gd name="T18" fmla="*/ 40 w 80"/>
                <a:gd name="T19" fmla="*/ 64 h 128"/>
                <a:gd name="T20" fmla="*/ 24 w 80"/>
                <a:gd name="T21" fmla="*/ 40 h 128"/>
                <a:gd name="T22" fmla="*/ 40 w 80"/>
                <a:gd name="T23" fmla="*/ 55 h 128"/>
                <a:gd name="T24" fmla="*/ 55 w 80"/>
                <a:gd name="T25" fmla="*/ 40 h 128"/>
                <a:gd name="T26" fmla="*/ 40 w 80"/>
                <a:gd name="T27" fmla="*/ 24 h 128"/>
                <a:gd name="T28" fmla="*/ 24 w 80"/>
                <a:gd name="T29" fmla="*/ 4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0" h="128">
                  <a:moveTo>
                    <a:pt x="40" y="0"/>
                  </a:moveTo>
                  <a:cubicBezTo>
                    <a:pt x="18" y="0"/>
                    <a:pt x="0" y="18"/>
                    <a:pt x="0" y="40"/>
                  </a:cubicBezTo>
                  <a:cubicBezTo>
                    <a:pt x="0" y="80"/>
                    <a:pt x="40" y="128"/>
                    <a:pt x="40" y="128"/>
                  </a:cubicBezTo>
                  <a:cubicBezTo>
                    <a:pt x="40" y="128"/>
                    <a:pt x="80" y="80"/>
                    <a:pt x="80" y="40"/>
                  </a:cubicBezTo>
                  <a:cubicBezTo>
                    <a:pt x="80" y="18"/>
                    <a:pt x="62" y="0"/>
                    <a:pt x="40" y="0"/>
                  </a:cubicBezTo>
                  <a:close/>
                  <a:moveTo>
                    <a:pt x="40" y="64"/>
                  </a:moveTo>
                  <a:cubicBezTo>
                    <a:pt x="26" y="64"/>
                    <a:pt x="15" y="54"/>
                    <a:pt x="15" y="40"/>
                  </a:cubicBezTo>
                  <a:cubicBezTo>
                    <a:pt x="15" y="26"/>
                    <a:pt x="26" y="15"/>
                    <a:pt x="40" y="15"/>
                  </a:cubicBezTo>
                  <a:cubicBezTo>
                    <a:pt x="54" y="15"/>
                    <a:pt x="64" y="26"/>
                    <a:pt x="64" y="40"/>
                  </a:cubicBezTo>
                  <a:cubicBezTo>
                    <a:pt x="64" y="54"/>
                    <a:pt x="54" y="64"/>
                    <a:pt x="40" y="64"/>
                  </a:cubicBezTo>
                  <a:close/>
                  <a:moveTo>
                    <a:pt x="24" y="40"/>
                  </a:moveTo>
                  <a:cubicBezTo>
                    <a:pt x="24" y="49"/>
                    <a:pt x="31" y="55"/>
                    <a:pt x="40" y="55"/>
                  </a:cubicBezTo>
                  <a:cubicBezTo>
                    <a:pt x="49" y="55"/>
                    <a:pt x="55" y="49"/>
                    <a:pt x="55" y="40"/>
                  </a:cubicBezTo>
                  <a:cubicBezTo>
                    <a:pt x="55" y="31"/>
                    <a:pt x="49" y="24"/>
                    <a:pt x="40" y="24"/>
                  </a:cubicBezTo>
                  <a:cubicBezTo>
                    <a:pt x="31" y="24"/>
                    <a:pt x="24" y="31"/>
                    <a:pt x="24" y="4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HK" altLang="en-US" sz="3200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221686" y="2269096"/>
            <a:ext cx="489125" cy="489125"/>
            <a:chOff x="4028328" y="3974078"/>
            <a:chExt cx="714661" cy="714661"/>
          </a:xfrm>
        </p:grpSpPr>
        <p:sp>
          <p:nvSpPr>
            <p:cNvPr id="16" name="Oval 38"/>
            <p:cNvSpPr/>
            <p:nvPr/>
          </p:nvSpPr>
          <p:spPr>
            <a:xfrm>
              <a:off x="4028328" y="3974078"/>
              <a:ext cx="714661" cy="71466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HK" altLang="en-US" sz="32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7" name="Freeform 51"/>
            <p:cNvSpPr>
              <a:spLocks noChangeAspect="1" noEditPoints="1"/>
            </p:cNvSpPr>
            <p:nvPr/>
          </p:nvSpPr>
          <p:spPr bwMode="auto">
            <a:xfrm>
              <a:off x="4161185" y="4107676"/>
              <a:ext cx="448947" cy="447464"/>
            </a:xfrm>
            <a:custGeom>
              <a:avLst/>
              <a:gdLst>
                <a:gd name="T0" fmla="*/ 64 w 128"/>
                <a:gd name="T1" fmla="*/ 0 h 128"/>
                <a:gd name="T2" fmla="*/ 0 w 128"/>
                <a:gd name="T3" fmla="*/ 64 h 128"/>
                <a:gd name="T4" fmla="*/ 64 w 128"/>
                <a:gd name="T5" fmla="*/ 128 h 128"/>
                <a:gd name="T6" fmla="*/ 128 w 128"/>
                <a:gd name="T7" fmla="*/ 64 h 128"/>
                <a:gd name="T8" fmla="*/ 64 w 128"/>
                <a:gd name="T9" fmla="*/ 0 h 128"/>
                <a:gd name="T10" fmla="*/ 40 w 128"/>
                <a:gd name="T11" fmla="*/ 64 h 128"/>
                <a:gd name="T12" fmla="*/ 64 w 128"/>
                <a:gd name="T13" fmla="*/ 40 h 128"/>
                <a:gd name="T14" fmla="*/ 88 w 128"/>
                <a:gd name="T15" fmla="*/ 64 h 128"/>
                <a:gd name="T16" fmla="*/ 64 w 128"/>
                <a:gd name="T17" fmla="*/ 88 h 128"/>
                <a:gd name="T18" fmla="*/ 40 w 128"/>
                <a:gd name="T19" fmla="*/ 64 h 128"/>
                <a:gd name="T20" fmla="*/ 116 w 128"/>
                <a:gd name="T21" fmla="*/ 85 h 128"/>
                <a:gd name="T22" fmla="*/ 116 w 128"/>
                <a:gd name="T23" fmla="*/ 85 h 128"/>
                <a:gd name="T24" fmla="*/ 94 w 128"/>
                <a:gd name="T25" fmla="*/ 76 h 128"/>
                <a:gd name="T26" fmla="*/ 96 w 128"/>
                <a:gd name="T27" fmla="*/ 64 h 128"/>
                <a:gd name="T28" fmla="*/ 94 w 128"/>
                <a:gd name="T29" fmla="*/ 52 h 128"/>
                <a:gd name="T30" fmla="*/ 109 w 128"/>
                <a:gd name="T31" fmla="*/ 45 h 128"/>
                <a:gd name="T32" fmla="*/ 116 w 128"/>
                <a:gd name="T33" fmla="*/ 43 h 128"/>
                <a:gd name="T34" fmla="*/ 120 w 128"/>
                <a:gd name="T35" fmla="*/ 64 h 128"/>
                <a:gd name="T36" fmla="*/ 116 w 128"/>
                <a:gd name="T37" fmla="*/ 85 h 128"/>
                <a:gd name="T38" fmla="*/ 85 w 128"/>
                <a:gd name="T39" fmla="*/ 12 h 128"/>
                <a:gd name="T40" fmla="*/ 85 w 128"/>
                <a:gd name="T41" fmla="*/ 12 h 128"/>
                <a:gd name="T42" fmla="*/ 85 w 128"/>
                <a:gd name="T43" fmla="*/ 12 h 128"/>
                <a:gd name="T44" fmla="*/ 76 w 128"/>
                <a:gd name="T45" fmla="*/ 34 h 128"/>
                <a:gd name="T46" fmla="*/ 64 w 128"/>
                <a:gd name="T47" fmla="*/ 32 h 128"/>
                <a:gd name="T48" fmla="*/ 52 w 128"/>
                <a:gd name="T49" fmla="*/ 34 h 128"/>
                <a:gd name="T50" fmla="*/ 47 w 128"/>
                <a:gd name="T51" fmla="*/ 24 h 128"/>
                <a:gd name="T52" fmla="*/ 43 w 128"/>
                <a:gd name="T53" fmla="*/ 12 h 128"/>
                <a:gd name="T54" fmla="*/ 64 w 128"/>
                <a:gd name="T55" fmla="*/ 8 h 128"/>
                <a:gd name="T56" fmla="*/ 85 w 128"/>
                <a:gd name="T57" fmla="*/ 12 h 128"/>
                <a:gd name="T58" fmla="*/ 12 w 128"/>
                <a:gd name="T59" fmla="*/ 43 h 128"/>
                <a:gd name="T60" fmla="*/ 24 w 128"/>
                <a:gd name="T61" fmla="*/ 47 h 128"/>
                <a:gd name="T62" fmla="*/ 34 w 128"/>
                <a:gd name="T63" fmla="*/ 52 h 128"/>
                <a:gd name="T64" fmla="*/ 32 w 128"/>
                <a:gd name="T65" fmla="*/ 64 h 128"/>
                <a:gd name="T66" fmla="*/ 34 w 128"/>
                <a:gd name="T67" fmla="*/ 76 h 128"/>
                <a:gd name="T68" fmla="*/ 12 w 128"/>
                <a:gd name="T69" fmla="*/ 85 h 128"/>
                <a:gd name="T70" fmla="*/ 8 w 128"/>
                <a:gd name="T71" fmla="*/ 64 h 128"/>
                <a:gd name="T72" fmla="*/ 12 w 128"/>
                <a:gd name="T73" fmla="*/ 43 h 128"/>
                <a:gd name="T74" fmla="*/ 43 w 128"/>
                <a:gd name="T75" fmla="*/ 116 h 128"/>
                <a:gd name="T76" fmla="*/ 45 w 128"/>
                <a:gd name="T77" fmla="*/ 109 h 128"/>
                <a:gd name="T78" fmla="*/ 52 w 128"/>
                <a:gd name="T79" fmla="*/ 94 h 128"/>
                <a:gd name="T80" fmla="*/ 64 w 128"/>
                <a:gd name="T81" fmla="*/ 96 h 128"/>
                <a:gd name="T82" fmla="*/ 76 w 128"/>
                <a:gd name="T83" fmla="*/ 94 h 128"/>
                <a:gd name="T84" fmla="*/ 85 w 128"/>
                <a:gd name="T85" fmla="*/ 116 h 128"/>
                <a:gd name="T86" fmla="*/ 85 w 128"/>
                <a:gd name="T87" fmla="*/ 116 h 128"/>
                <a:gd name="T88" fmla="*/ 85 w 128"/>
                <a:gd name="T89" fmla="*/ 116 h 128"/>
                <a:gd name="T90" fmla="*/ 64 w 128"/>
                <a:gd name="T91" fmla="*/ 120 h 128"/>
                <a:gd name="T92" fmla="*/ 43 w 128"/>
                <a:gd name="T93" fmla="*/ 11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28" h="128">
                  <a:moveTo>
                    <a:pt x="64" y="0"/>
                  </a:moveTo>
                  <a:cubicBezTo>
                    <a:pt x="29" y="0"/>
                    <a:pt x="0" y="29"/>
                    <a:pt x="0" y="64"/>
                  </a:cubicBezTo>
                  <a:cubicBezTo>
                    <a:pt x="0" y="99"/>
                    <a:pt x="29" y="128"/>
                    <a:pt x="64" y="128"/>
                  </a:cubicBezTo>
                  <a:cubicBezTo>
                    <a:pt x="99" y="128"/>
                    <a:pt x="128" y="99"/>
                    <a:pt x="128" y="64"/>
                  </a:cubicBezTo>
                  <a:cubicBezTo>
                    <a:pt x="128" y="29"/>
                    <a:pt x="99" y="0"/>
                    <a:pt x="64" y="0"/>
                  </a:cubicBezTo>
                  <a:close/>
                  <a:moveTo>
                    <a:pt x="40" y="64"/>
                  </a:moveTo>
                  <a:cubicBezTo>
                    <a:pt x="40" y="51"/>
                    <a:pt x="51" y="40"/>
                    <a:pt x="64" y="40"/>
                  </a:cubicBezTo>
                  <a:cubicBezTo>
                    <a:pt x="77" y="40"/>
                    <a:pt x="88" y="51"/>
                    <a:pt x="88" y="64"/>
                  </a:cubicBezTo>
                  <a:cubicBezTo>
                    <a:pt x="88" y="77"/>
                    <a:pt x="77" y="88"/>
                    <a:pt x="64" y="88"/>
                  </a:cubicBezTo>
                  <a:cubicBezTo>
                    <a:pt x="51" y="88"/>
                    <a:pt x="40" y="77"/>
                    <a:pt x="40" y="64"/>
                  </a:cubicBezTo>
                  <a:close/>
                  <a:moveTo>
                    <a:pt x="116" y="85"/>
                  </a:moveTo>
                  <a:cubicBezTo>
                    <a:pt x="116" y="85"/>
                    <a:pt x="116" y="85"/>
                    <a:pt x="116" y="85"/>
                  </a:cubicBezTo>
                  <a:cubicBezTo>
                    <a:pt x="94" y="76"/>
                    <a:pt x="94" y="76"/>
                    <a:pt x="94" y="76"/>
                  </a:cubicBezTo>
                  <a:cubicBezTo>
                    <a:pt x="95" y="72"/>
                    <a:pt x="96" y="68"/>
                    <a:pt x="96" y="64"/>
                  </a:cubicBezTo>
                  <a:cubicBezTo>
                    <a:pt x="96" y="60"/>
                    <a:pt x="95" y="56"/>
                    <a:pt x="94" y="52"/>
                  </a:cubicBezTo>
                  <a:cubicBezTo>
                    <a:pt x="109" y="45"/>
                    <a:pt x="109" y="45"/>
                    <a:pt x="109" y="45"/>
                  </a:cubicBezTo>
                  <a:cubicBezTo>
                    <a:pt x="116" y="43"/>
                    <a:pt x="116" y="43"/>
                    <a:pt x="116" y="43"/>
                  </a:cubicBezTo>
                  <a:cubicBezTo>
                    <a:pt x="118" y="49"/>
                    <a:pt x="120" y="56"/>
                    <a:pt x="120" y="64"/>
                  </a:cubicBezTo>
                  <a:cubicBezTo>
                    <a:pt x="120" y="72"/>
                    <a:pt x="118" y="79"/>
                    <a:pt x="116" y="85"/>
                  </a:cubicBezTo>
                  <a:close/>
                  <a:moveTo>
                    <a:pt x="85" y="12"/>
                  </a:moveTo>
                  <a:cubicBezTo>
                    <a:pt x="85" y="12"/>
                    <a:pt x="85" y="12"/>
                    <a:pt x="85" y="12"/>
                  </a:cubicBezTo>
                  <a:cubicBezTo>
                    <a:pt x="85" y="12"/>
                    <a:pt x="85" y="12"/>
                    <a:pt x="85" y="12"/>
                  </a:cubicBezTo>
                  <a:cubicBezTo>
                    <a:pt x="76" y="34"/>
                    <a:pt x="76" y="34"/>
                    <a:pt x="76" y="34"/>
                  </a:cubicBezTo>
                  <a:cubicBezTo>
                    <a:pt x="72" y="33"/>
                    <a:pt x="68" y="32"/>
                    <a:pt x="64" y="32"/>
                  </a:cubicBezTo>
                  <a:cubicBezTo>
                    <a:pt x="60" y="32"/>
                    <a:pt x="56" y="33"/>
                    <a:pt x="52" y="34"/>
                  </a:cubicBezTo>
                  <a:cubicBezTo>
                    <a:pt x="47" y="24"/>
                    <a:pt x="47" y="24"/>
                    <a:pt x="47" y="24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9" y="10"/>
                    <a:pt x="56" y="8"/>
                    <a:pt x="64" y="8"/>
                  </a:cubicBezTo>
                  <a:cubicBezTo>
                    <a:pt x="72" y="8"/>
                    <a:pt x="79" y="10"/>
                    <a:pt x="85" y="12"/>
                  </a:cubicBezTo>
                  <a:close/>
                  <a:moveTo>
                    <a:pt x="12" y="43"/>
                  </a:moveTo>
                  <a:cubicBezTo>
                    <a:pt x="24" y="47"/>
                    <a:pt x="24" y="47"/>
                    <a:pt x="24" y="47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3" y="56"/>
                    <a:pt x="32" y="60"/>
                    <a:pt x="32" y="64"/>
                  </a:cubicBezTo>
                  <a:cubicBezTo>
                    <a:pt x="32" y="68"/>
                    <a:pt x="33" y="72"/>
                    <a:pt x="34" y="76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0" y="79"/>
                    <a:pt x="8" y="72"/>
                    <a:pt x="8" y="64"/>
                  </a:cubicBezTo>
                  <a:cubicBezTo>
                    <a:pt x="8" y="56"/>
                    <a:pt x="10" y="49"/>
                    <a:pt x="12" y="43"/>
                  </a:cubicBezTo>
                  <a:close/>
                  <a:moveTo>
                    <a:pt x="43" y="116"/>
                  </a:moveTo>
                  <a:cubicBezTo>
                    <a:pt x="45" y="109"/>
                    <a:pt x="45" y="109"/>
                    <a:pt x="45" y="109"/>
                  </a:cubicBezTo>
                  <a:cubicBezTo>
                    <a:pt x="52" y="94"/>
                    <a:pt x="52" y="94"/>
                    <a:pt x="52" y="94"/>
                  </a:cubicBezTo>
                  <a:cubicBezTo>
                    <a:pt x="56" y="95"/>
                    <a:pt x="60" y="96"/>
                    <a:pt x="64" y="96"/>
                  </a:cubicBezTo>
                  <a:cubicBezTo>
                    <a:pt x="68" y="96"/>
                    <a:pt x="72" y="95"/>
                    <a:pt x="76" y="94"/>
                  </a:cubicBezTo>
                  <a:cubicBezTo>
                    <a:pt x="85" y="116"/>
                    <a:pt x="85" y="116"/>
                    <a:pt x="85" y="116"/>
                  </a:cubicBezTo>
                  <a:cubicBezTo>
                    <a:pt x="85" y="116"/>
                    <a:pt x="85" y="116"/>
                    <a:pt x="85" y="116"/>
                  </a:cubicBezTo>
                  <a:cubicBezTo>
                    <a:pt x="85" y="116"/>
                    <a:pt x="85" y="116"/>
                    <a:pt x="85" y="116"/>
                  </a:cubicBezTo>
                  <a:cubicBezTo>
                    <a:pt x="79" y="118"/>
                    <a:pt x="72" y="120"/>
                    <a:pt x="64" y="120"/>
                  </a:cubicBezTo>
                  <a:cubicBezTo>
                    <a:pt x="56" y="120"/>
                    <a:pt x="49" y="118"/>
                    <a:pt x="43" y="11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HK" altLang="en-US" sz="3200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221686" y="4367198"/>
            <a:ext cx="489125" cy="489125"/>
            <a:chOff x="4028328" y="5017372"/>
            <a:chExt cx="714661" cy="714661"/>
          </a:xfrm>
        </p:grpSpPr>
        <p:sp>
          <p:nvSpPr>
            <p:cNvPr id="19" name="Oval 39"/>
            <p:cNvSpPr/>
            <p:nvPr/>
          </p:nvSpPr>
          <p:spPr>
            <a:xfrm>
              <a:off x="4028328" y="5017372"/>
              <a:ext cx="714661" cy="71466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HK" altLang="en-US" sz="32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0" name="Freeform 6"/>
            <p:cNvSpPr>
              <a:spLocks noChangeAspect="1"/>
            </p:cNvSpPr>
            <p:nvPr/>
          </p:nvSpPr>
          <p:spPr bwMode="auto">
            <a:xfrm>
              <a:off x="4161188" y="5151712"/>
              <a:ext cx="448944" cy="447464"/>
            </a:xfrm>
            <a:custGeom>
              <a:avLst/>
              <a:gdLst>
                <a:gd name="T0" fmla="*/ 108 w 128"/>
                <a:gd name="T1" fmla="*/ 88 h 128"/>
                <a:gd name="T2" fmla="*/ 94 w 128"/>
                <a:gd name="T3" fmla="*/ 94 h 128"/>
                <a:gd name="T4" fmla="*/ 40 w 128"/>
                <a:gd name="T5" fmla="*/ 67 h 128"/>
                <a:gd name="T6" fmla="*/ 40 w 128"/>
                <a:gd name="T7" fmla="*/ 64 h 128"/>
                <a:gd name="T8" fmla="*/ 40 w 128"/>
                <a:gd name="T9" fmla="*/ 61 h 128"/>
                <a:gd name="T10" fmla="*/ 94 w 128"/>
                <a:gd name="T11" fmla="*/ 34 h 128"/>
                <a:gd name="T12" fmla="*/ 108 w 128"/>
                <a:gd name="T13" fmla="*/ 40 h 128"/>
                <a:gd name="T14" fmla="*/ 128 w 128"/>
                <a:gd name="T15" fmla="*/ 20 h 128"/>
                <a:gd name="T16" fmla="*/ 108 w 128"/>
                <a:gd name="T17" fmla="*/ 0 h 128"/>
                <a:gd name="T18" fmla="*/ 88 w 128"/>
                <a:gd name="T19" fmla="*/ 20 h 128"/>
                <a:gd name="T20" fmla="*/ 88 w 128"/>
                <a:gd name="T21" fmla="*/ 23 h 128"/>
                <a:gd name="T22" fmla="*/ 34 w 128"/>
                <a:gd name="T23" fmla="*/ 50 h 128"/>
                <a:gd name="T24" fmla="*/ 20 w 128"/>
                <a:gd name="T25" fmla="*/ 44 h 128"/>
                <a:gd name="T26" fmla="*/ 0 w 128"/>
                <a:gd name="T27" fmla="*/ 64 h 128"/>
                <a:gd name="T28" fmla="*/ 20 w 128"/>
                <a:gd name="T29" fmla="*/ 84 h 128"/>
                <a:gd name="T30" fmla="*/ 34 w 128"/>
                <a:gd name="T31" fmla="*/ 78 h 128"/>
                <a:gd name="T32" fmla="*/ 88 w 128"/>
                <a:gd name="T33" fmla="*/ 105 h 128"/>
                <a:gd name="T34" fmla="*/ 88 w 128"/>
                <a:gd name="T35" fmla="*/ 108 h 128"/>
                <a:gd name="T36" fmla="*/ 108 w 128"/>
                <a:gd name="T37" fmla="*/ 128 h 128"/>
                <a:gd name="T38" fmla="*/ 128 w 128"/>
                <a:gd name="T39" fmla="*/ 108 h 128"/>
                <a:gd name="T40" fmla="*/ 108 w 128"/>
                <a:gd name="T41" fmla="*/ 8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8" h="128">
                  <a:moveTo>
                    <a:pt x="108" y="88"/>
                  </a:moveTo>
                  <a:cubicBezTo>
                    <a:pt x="102" y="88"/>
                    <a:pt x="97" y="90"/>
                    <a:pt x="94" y="94"/>
                  </a:cubicBezTo>
                  <a:cubicBezTo>
                    <a:pt x="40" y="67"/>
                    <a:pt x="40" y="67"/>
                    <a:pt x="40" y="67"/>
                  </a:cubicBezTo>
                  <a:cubicBezTo>
                    <a:pt x="40" y="66"/>
                    <a:pt x="40" y="65"/>
                    <a:pt x="40" y="64"/>
                  </a:cubicBezTo>
                  <a:cubicBezTo>
                    <a:pt x="40" y="63"/>
                    <a:pt x="40" y="62"/>
                    <a:pt x="40" y="61"/>
                  </a:cubicBezTo>
                  <a:cubicBezTo>
                    <a:pt x="94" y="34"/>
                    <a:pt x="94" y="34"/>
                    <a:pt x="94" y="34"/>
                  </a:cubicBezTo>
                  <a:cubicBezTo>
                    <a:pt x="97" y="38"/>
                    <a:pt x="102" y="40"/>
                    <a:pt x="108" y="40"/>
                  </a:cubicBezTo>
                  <a:cubicBezTo>
                    <a:pt x="119" y="40"/>
                    <a:pt x="128" y="31"/>
                    <a:pt x="128" y="20"/>
                  </a:cubicBezTo>
                  <a:cubicBezTo>
                    <a:pt x="128" y="9"/>
                    <a:pt x="119" y="0"/>
                    <a:pt x="108" y="0"/>
                  </a:cubicBezTo>
                  <a:cubicBezTo>
                    <a:pt x="97" y="0"/>
                    <a:pt x="88" y="9"/>
                    <a:pt x="88" y="20"/>
                  </a:cubicBezTo>
                  <a:cubicBezTo>
                    <a:pt x="88" y="21"/>
                    <a:pt x="88" y="22"/>
                    <a:pt x="88" y="23"/>
                  </a:cubicBezTo>
                  <a:cubicBezTo>
                    <a:pt x="34" y="50"/>
                    <a:pt x="34" y="50"/>
                    <a:pt x="34" y="50"/>
                  </a:cubicBezTo>
                  <a:cubicBezTo>
                    <a:pt x="31" y="46"/>
                    <a:pt x="26" y="44"/>
                    <a:pt x="20" y="44"/>
                  </a:cubicBezTo>
                  <a:cubicBezTo>
                    <a:pt x="9" y="44"/>
                    <a:pt x="0" y="53"/>
                    <a:pt x="0" y="64"/>
                  </a:cubicBezTo>
                  <a:cubicBezTo>
                    <a:pt x="0" y="75"/>
                    <a:pt x="9" y="84"/>
                    <a:pt x="20" y="84"/>
                  </a:cubicBezTo>
                  <a:cubicBezTo>
                    <a:pt x="26" y="84"/>
                    <a:pt x="31" y="82"/>
                    <a:pt x="34" y="78"/>
                  </a:cubicBezTo>
                  <a:cubicBezTo>
                    <a:pt x="88" y="105"/>
                    <a:pt x="88" y="105"/>
                    <a:pt x="88" y="105"/>
                  </a:cubicBezTo>
                  <a:cubicBezTo>
                    <a:pt x="88" y="106"/>
                    <a:pt x="88" y="107"/>
                    <a:pt x="88" y="108"/>
                  </a:cubicBezTo>
                  <a:cubicBezTo>
                    <a:pt x="88" y="119"/>
                    <a:pt x="97" y="128"/>
                    <a:pt x="108" y="128"/>
                  </a:cubicBezTo>
                  <a:cubicBezTo>
                    <a:pt x="119" y="128"/>
                    <a:pt x="128" y="119"/>
                    <a:pt x="128" y="108"/>
                  </a:cubicBezTo>
                  <a:cubicBezTo>
                    <a:pt x="128" y="97"/>
                    <a:pt x="119" y="88"/>
                    <a:pt x="108" y="8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HK" altLang="en-US" sz="3200">
                <a:cs typeface="+mn-ea"/>
                <a:sym typeface="+mn-lt"/>
              </a:endParaRPr>
            </a:p>
          </p:txBody>
        </p:sp>
      </p:grpSp>
      <p:sp>
        <p:nvSpPr>
          <p:cNvPr id="21" name="Text Box 10"/>
          <p:cNvSpPr txBox="1">
            <a:spLocks noChangeArrowheads="1"/>
          </p:cNvSpPr>
          <p:nvPr/>
        </p:nvSpPr>
        <p:spPr bwMode="auto">
          <a:xfrm>
            <a:off x="1603059" y="2584667"/>
            <a:ext cx="2105007" cy="11400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596873" y="2243087"/>
            <a:ext cx="1930473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24" name="Text Box 10"/>
          <p:cNvSpPr txBox="1">
            <a:spLocks noChangeArrowheads="1"/>
          </p:cNvSpPr>
          <p:nvPr/>
        </p:nvSpPr>
        <p:spPr bwMode="auto">
          <a:xfrm>
            <a:off x="4845574" y="2584667"/>
            <a:ext cx="2105007" cy="11400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826796" y="2243087"/>
            <a:ext cx="1930473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26" name="Text Box 10"/>
          <p:cNvSpPr txBox="1">
            <a:spLocks noChangeArrowheads="1"/>
          </p:cNvSpPr>
          <p:nvPr/>
        </p:nvSpPr>
        <p:spPr bwMode="auto">
          <a:xfrm>
            <a:off x="1595419" y="4653733"/>
            <a:ext cx="2105007" cy="11400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586018" y="4315179"/>
            <a:ext cx="1930473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28" name="Text Box 10"/>
          <p:cNvSpPr txBox="1">
            <a:spLocks noChangeArrowheads="1"/>
          </p:cNvSpPr>
          <p:nvPr/>
        </p:nvSpPr>
        <p:spPr bwMode="auto">
          <a:xfrm>
            <a:off x="4839543" y="4653732"/>
            <a:ext cx="2105007" cy="11400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815941" y="4315179"/>
            <a:ext cx="1930473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7387592" y="1983901"/>
            <a:ext cx="3721209" cy="4055807"/>
          </a:xfrm>
          <a:prstGeom prst="rect">
            <a:avLst/>
          </a:prstGeom>
          <a:solidFill>
            <a:srgbClr val="BAE2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7886408" y="2710234"/>
            <a:ext cx="1447971" cy="341307"/>
            <a:chOff x="1265732" y="3016591"/>
            <a:chExt cx="1371009" cy="323166"/>
          </a:xfrm>
        </p:grpSpPr>
        <p:sp>
          <p:nvSpPr>
            <p:cNvPr id="34" name="Rectangle: Rounded Corners 30"/>
            <p:cNvSpPr/>
            <p:nvPr/>
          </p:nvSpPr>
          <p:spPr>
            <a:xfrm>
              <a:off x="1265732" y="3031980"/>
              <a:ext cx="1371009" cy="307777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000">
                <a:cs typeface="+mn-ea"/>
                <a:sym typeface="+mn-lt"/>
              </a:endParaRPr>
            </a:p>
          </p:txBody>
        </p:sp>
        <p:sp>
          <p:nvSpPr>
            <p:cNvPr id="35" name="TextBox 30"/>
            <p:cNvSpPr txBox="1"/>
            <p:nvPr/>
          </p:nvSpPr>
          <p:spPr>
            <a:xfrm>
              <a:off x="1374321" y="3016591"/>
              <a:ext cx="1153831" cy="320559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>
              <a:defPPr>
                <a:defRPr lang="en-US"/>
              </a:defPPr>
              <a:lvl1pPr>
                <a:defRPr sz="1600">
                  <a:solidFill>
                    <a:schemeClr val="bg1"/>
                  </a:solidFill>
                  <a:latin typeface="Montserrat" panose="00000A00000000000000" pitchFamily="50" charset="0"/>
                  <a:cs typeface="Montserrat" panose="00000A00000000000000" pitchFamily="50" charset="0"/>
                </a:defRPr>
              </a:lvl1pPr>
            </a:lstStyle>
            <a:p>
              <a:pPr algn="ctr"/>
              <a:r>
                <a:rPr lang="zh-CN" altLang="en-US" b="1" dirty="0">
                  <a:latin typeface="+mn-lt"/>
                  <a:cs typeface="+mn-ea"/>
                  <a:sym typeface="+mn-lt"/>
                </a:rPr>
                <a:t>输入小标题</a:t>
              </a:r>
              <a:endParaRPr lang="en-US" b="1" dirty="0">
                <a:latin typeface="+mn-lt"/>
                <a:cs typeface="+mn-ea"/>
                <a:sym typeface="+mn-lt"/>
              </a:endParaRPr>
            </a:p>
          </p:txBody>
        </p:sp>
      </p:grpSp>
      <p:sp>
        <p:nvSpPr>
          <p:cNvPr id="36" name="Text Box 10"/>
          <p:cNvSpPr txBox="1">
            <a:spLocks noChangeArrowheads="1"/>
          </p:cNvSpPr>
          <p:nvPr/>
        </p:nvSpPr>
        <p:spPr bwMode="auto">
          <a:xfrm>
            <a:off x="7814795" y="3056343"/>
            <a:ext cx="2851275" cy="8577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7886408" y="4345444"/>
            <a:ext cx="1447971" cy="341307"/>
            <a:chOff x="1265732" y="4592810"/>
            <a:chExt cx="1371009" cy="323166"/>
          </a:xfrm>
        </p:grpSpPr>
        <p:sp>
          <p:nvSpPr>
            <p:cNvPr id="38" name="Rectangle: Rounded Corners 30"/>
            <p:cNvSpPr/>
            <p:nvPr/>
          </p:nvSpPr>
          <p:spPr>
            <a:xfrm>
              <a:off x="1265732" y="4608199"/>
              <a:ext cx="1371009" cy="307777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2000">
                <a:cs typeface="+mn-ea"/>
                <a:sym typeface="+mn-lt"/>
              </a:endParaRPr>
            </a:p>
          </p:txBody>
        </p:sp>
        <p:sp>
          <p:nvSpPr>
            <p:cNvPr id="39" name="TextBox 30"/>
            <p:cNvSpPr txBox="1"/>
            <p:nvPr/>
          </p:nvSpPr>
          <p:spPr>
            <a:xfrm>
              <a:off x="1374321" y="4592810"/>
              <a:ext cx="1153831" cy="320559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>
              <a:defPPr>
                <a:defRPr lang="en-US"/>
              </a:defPPr>
              <a:lvl1pPr>
                <a:defRPr sz="1600">
                  <a:solidFill>
                    <a:schemeClr val="bg1"/>
                  </a:solidFill>
                  <a:latin typeface="Montserrat" panose="00000A00000000000000" pitchFamily="50" charset="0"/>
                  <a:cs typeface="Montserrat" panose="00000A00000000000000" pitchFamily="50" charset="0"/>
                </a:defRPr>
              </a:lvl1pPr>
            </a:lstStyle>
            <a:p>
              <a:pPr algn="ctr"/>
              <a:r>
                <a:rPr lang="zh-CN" altLang="en-US" b="1" dirty="0">
                  <a:latin typeface="+mn-lt"/>
                  <a:cs typeface="+mn-ea"/>
                  <a:sym typeface="+mn-lt"/>
                </a:rPr>
                <a:t>输入小标题</a:t>
              </a:r>
              <a:endParaRPr lang="en-US" b="1" dirty="0">
                <a:latin typeface="+mn-lt"/>
                <a:cs typeface="+mn-ea"/>
                <a:sym typeface="+mn-lt"/>
              </a:endParaRPr>
            </a:p>
          </p:txBody>
        </p:sp>
      </p:grpSp>
      <p:sp>
        <p:nvSpPr>
          <p:cNvPr id="40" name="Text Box 10"/>
          <p:cNvSpPr txBox="1">
            <a:spLocks noChangeArrowheads="1"/>
          </p:cNvSpPr>
          <p:nvPr/>
        </p:nvSpPr>
        <p:spPr bwMode="auto">
          <a:xfrm>
            <a:off x="7814795" y="4691554"/>
            <a:ext cx="2851275" cy="8577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45097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1" name="Footer Text"/>
          <p:cNvSpPr txBox="1"/>
          <p:nvPr/>
        </p:nvSpPr>
        <p:spPr>
          <a:xfrm>
            <a:off x="1343247" y="710205"/>
            <a:ext cx="32956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cs typeface="+mn-ea"/>
                <a:sym typeface="+mn-lt"/>
              </a:rPr>
              <a:t>研究成果与展示</a:t>
            </a:r>
            <a:endParaRPr lang="zh-CN" altLang="en-US" sz="2800" dirty="0">
              <a:cs typeface="+mn-ea"/>
              <a:sym typeface="+mn-lt"/>
            </a:endParaRPr>
          </a:p>
        </p:txBody>
      </p:sp>
      <p:pic>
        <p:nvPicPr>
          <p:cNvPr id="42" name="图片 41" descr="005Rm9jOly4grelek7dmbj30u00u0k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95325" y="601345"/>
            <a:ext cx="6477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4822" b="11608"/>
          <a:stretch>
            <a:fillRect/>
          </a:stretch>
        </p:blipFill>
        <p:spPr>
          <a:xfrm>
            <a:off x="399415" y="390525"/>
            <a:ext cx="6259195" cy="607123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98841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10950497" y="2"/>
            <a:ext cx="1270457" cy="2291617"/>
            <a:chOff x="10950497" y="2"/>
            <a:chExt cx="1270457" cy="2291617"/>
          </a:xfrm>
        </p:grpSpPr>
        <p:sp>
          <p:nvSpPr>
            <p:cNvPr id="8" name="任意多边形: 形状 7"/>
            <p:cNvSpPr/>
            <p:nvPr/>
          </p:nvSpPr>
          <p:spPr>
            <a:xfrm>
              <a:off x="10950497" y="2"/>
              <a:ext cx="1270457" cy="979178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11379690" y="1157816"/>
              <a:ext cx="186041" cy="1133803"/>
              <a:chOff x="5559847" y="2479549"/>
              <a:chExt cx="521110" cy="3175843"/>
            </a:xfrm>
            <a:solidFill>
              <a:schemeClr val="accent1"/>
            </a:solidFill>
          </p:grpSpPr>
          <p:sp>
            <p:nvSpPr>
              <p:cNvPr id="19" name="等腰三角形 18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0" name="等腰三角形 19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5" name="组合 24"/>
          <p:cNvGrpSpPr/>
          <p:nvPr userDrawn="1"/>
        </p:nvGrpSpPr>
        <p:grpSpPr>
          <a:xfrm rot="10800000">
            <a:off x="1" y="4566383"/>
            <a:ext cx="1270457" cy="2291617"/>
            <a:chOff x="10950497" y="2"/>
            <a:chExt cx="1270457" cy="2291617"/>
          </a:xfrm>
          <a:solidFill>
            <a:srgbClr val="BAE2FF"/>
          </a:solidFill>
        </p:grpSpPr>
        <p:sp>
          <p:nvSpPr>
            <p:cNvPr id="26" name="任意多边形: 形状 25"/>
            <p:cNvSpPr/>
            <p:nvPr/>
          </p:nvSpPr>
          <p:spPr>
            <a:xfrm>
              <a:off x="10950497" y="2"/>
              <a:ext cx="1270457" cy="979178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11379690" y="1157816"/>
              <a:ext cx="186041" cy="1133803"/>
              <a:chOff x="5559847" y="2479549"/>
              <a:chExt cx="521110" cy="3175843"/>
            </a:xfrm>
            <a:grpFill/>
          </p:grpSpPr>
          <p:sp>
            <p:nvSpPr>
              <p:cNvPr id="28" name="等腰三角形 27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9" name="等腰三角形 28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0" name="等腰三角形 29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1" name="等腰三角形 30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2" name="等腰三角形 31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sp>
        <p:nvSpPr>
          <p:cNvPr id="9" name="椭圆 8"/>
          <p:cNvSpPr/>
          <p:nvPr/>
        </p:nvSpPr>
        <p:spPr>
          <a:xfrm>
            <a:off x="10650680" y="597491"/>
            <a:ext cx="395123" cy="395123"/>
          </a:xfrm>
          <a:prstGeom prst="ellipse">
            <a:avLst/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186302" y="5864996"/>
            <a:ext cx="395123" cy="395123"/>
          </a:xfrm>
          <a:prstGeom prst="ellipse">
            <a:avLst/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10889597" y="5858219"/>
            <a:ext cx="676134" cy="381689"/>
            <a:chOff x="4468761" y="1799303"/>
            <a:chExt cx="914400" cy="51619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4" name="矩形 33"/>
            <p:cNvSpPr/>
            <p:nvPr/>
          </p:nvSpPr>
          <p:spPr>
            <a:xfrm>
              <a:off x="4468761" y="1799303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4468761" y="1999942"/>
              <a:ext cx="914400" cy="114917"/>
            </a:xfrm>
            <a:prstGeom prst="rect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4468761" y="2200580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" name="矩形: 圆角 5"/>
          <p:cNvSpPr/>
          <p:nvPr/>
        </p:nvSpPr>
        <p:spPr>
          <a:xfrm>
            <a:off x="7295515" y="2291715"/>
            <a:ext cx="2985135" cy="753745"/>
          </a:xfrm>
          <a:prstGeom prst="roundRect">
            <a:avLst>
              <a:gd name="adj" fmla="val 50000"/>
            </a:avLst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dirty="0">
                <a:cs typeface="+mn-ea"/>
                <a:sym typeface="+mn-lt"/>
              </a:rPr>
              <a:t>PART 04</a:t>
            </a:r>
            <a:endParaRPr lang="zh-CN" altLang="en-US" sz="3200" b="1" dirty="0">
              <a:cs typeface="+mn-ea"/>
              <a:sym typeface="+mn-lt"/>
            </a:endParaRPr>
          </a:p>
        </p:txBody>
      </p:sp>
      <p:sp>
        <p:nvSpPr>
          <p:cNvPr id="14" name="Footer Text"/>
          <p:cNvSpPr txBox="1"/>
          <p:nvPr/>
        </p:nvSpPr>
        <p:spPr>
          <a:xfrm>
            <a:off x="6658610" y="3204845"/>
            <a:ext cx="4291965" cy="738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800" b="1" dirty="0">
                <a:cs typeface="+mn-ea"/>
                <a:sym typeface="+mn-lt"/>
              </a:rPr>
              <a:t>论文总结与启示</a:t>
            </a:r>
            <a:endParaRPr lang="zh-CN" altLang="en-US" sz="4800" b="1" dirty="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 userDrawn="1"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>
            <a:off x="11379690" y="2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11859995" y="797633"/>
            <a:ext cx="216293" cy="1527440"/>
            <a:chOff x="11349438" y="764179"/>
            <a:chExt cx="216293" cy="1527440"/>
          </a:xfrm>
        </p:grpSpPr>
        <p:sp>
          <p:nvSpPr>
            <p:cNvPr id="9" name="等腰三角形 8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3" name="任意多边形: 形状 42"/>
          <p:cNvSpPr/>
          <p:nvPr userDrawn="1"/>
        </p:nvSpPr>
        <p:spPr>
          <a:xfrm rot="10800000">
            <a:off x="1" y="6209613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44" name="组合 43"/>
          <p:cNvGrpSpPr/>
          <p:nvPr userDrawn="1"/>
        </p:nvGrpSpPr>
        <p:grpSpPr>
          <a:xfrm rot="10800000">
            <a:off x="110007" y="4544081"/>
            <a:ext cx="216293" cy="1527440"/>
            <a:chOff x="11349438" y="764179"/>
            <a:chExt cx="216293" cy="1527440"/>
          </a:xfrm>
        </p:grpSpPr>
        <p:sp>
          <p:nvSpPr>
            <p:cNvPr id="45" name="等腰三角形 44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6" name="等腰三角形 45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" name="等腰三角形 47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9" name="等腰三角形 48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pic>
        <p:nvPicPr>
          <p:cNvPr id="30" name="图片 29" descr="caef76094b36acaf4fbac5a272e12c1600e99cd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7880" y="381635"/>
            <a:ext cx="792480" cy="1586230"/>
          </a:xfrm>
          <a:prstGeom prst="rect">
            <a:avLst/>
          </a:prstGeom>
        </p:spPr>
      </p:pic>
      <p:sp>
        <p:nvSpPr>
          <p:cNvPr id="2" name="Rounded Rectangle 5"/>
          <p:cNvSpPr/>
          <p:nvPr/>
        </p:nvSpPr>
        <p:spPr>
          <a:xfrm rot="5400000">
            <a:off x="5122430" y="-796981"/>
            <a:ext cx="890648" cy="8451962"/>
          </a:xfrm>
          <a:prstGeom prst="roundRect">
            <a:avLst/>
          </a:pr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" name="Rounded Rectangle 6"/>
          <p:cNvSpPr/>
          <p:nvPr/>
        </p:nvSpPr>
        <p:spPr>
          <a:xfrm rot="5400000">
            <a:off x="4594180" y="792852"/>
            <a:ext cx="890652" cy="7395465"/>
          </a:xfrm>
          <a:prstGeom prst="roundRect">
            <a:avLst/>
          </a:prstGeom>
          <a:solidFill>
            <a:schemeClr val="bg1"/>
          </a:solidFill>
          <a:ln>
            <a:solidFill>
              <a:srgbClr val="BAE2FF"/>
            </a:solidFill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en-US" dirty="0">
              <a:cs typeface="+mn-ea"/>
              <a:sym typeface="+mn-lt"/>
            </a:endParaRPr>
          </a:p>
        </p:txBody>
      </p:sp>
      <p:sp>
        <p:nvSpPr>
          <p:cNvPr id="4" name="Rounded Rectangle 7"/>
          <p:cNvSpPr/>
          <p:nvPr/>
        </p:nvSpPr>
        <p:spPr>
          <a:xfrm rot="5400000">
            <a:off x="5650675" y="-2405231"/>
            <a:ext cx="890652" cy="9508455"/>
          </a:xfrm>
          <a:prstGeom prst="roundRect">
            <a:avLst/>
          </a:prstGeom>
          <a:solidFill>
            <a:schemeClr val="bg1"/>
          </a:solidFill>
          <a:ln>
            <a:solidFill>
              <a:srgbClr val="BAE2FF"/>
            </a:solidFill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en-US" dirty="0">
              <a:cs typeface="+mn-ea"/>
              <a:sym typeface="+mn-lt"/>
            </a:endParaRPr>
          </a:p>
        </p:txBody>
      </p:sp>
      <p:sp>
        <p:nvSpPr>
          <p:cNvPr id="6" name="Rounded Rectangle 30"/>
          <p:cNvSpPr/>
          <p:nvPr/>
        </p:nvSpPr>
        <p:spPr>
          <a:xfrm rot="5400000">
            <a:off x="4159873" y="2325577"/>
            <a:ext cx="890648" cy="6526848"/>
          </a:xfrm>
          <a:prstGeom prst="roundRect">
            <a:avLst/>
          </a:pr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31" name="speed"/>
          <p:cNvSpPr txBox="1">
            <a:spLocks noChangeArrowheads="1"/>
          </p:cNvSpPr>
          <p:nvPr/>
        </p:nvSpPr>
        <p:spPr bwMode="auto">
          <a:xfrm>
            <a:off x="10056500" y="1941433"/>
            <a:ext cx="684000" cy="830997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9pPr>
          </a:lstStyle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6000" b="1" dirty="0">
                <a:solidFill>
                  <a:srgbClr val="005FA5"/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endParaRPr lang="en-US" altLang="ko-KR" sz="6000" b="1" dirty="0">
              <a:solidFill>
                <a:srgbClr val="005FA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speed"/>
          <p:cNvSpPr txBox="1">
            <a:spLocks noChangeArrowheads="1"/>
          </p:cNvSpPr>
          <p:nvPr/>
        </p:nvSpPr>
        <p:spPr bwMode="auto">
          <a:xfrm>
            <a:off x="9070729" y="3008950"/>
            <a:ext cx="684000" cy="830997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9pPr>
          </a:lstStyle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6000" b="1" dirty="0">
                <a:solidFill>
                  <a:srgbClr val="005FA5"/>
                </a:solidFill>
                <a:latin typeface="+mn-lt"/>
                <a:ea typeface="+mn-ea"/>
                <a:cs typeface="+mn-ea"/>
                <a:sym typeface="+mn-lt"/>
              </a:rPr>
              <a:t>2</a:t>
            </a:r>
            <a:endParaRPr lang="en-US" altLang="ko-KR" sz="6000" b="1" dirty="0">
              <a:solidFill>
                <a:srgbClr val="005FA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3" name="speed"/>
          <p:cNvSpPr txBox="1">
            <a:spLocks noChangeArrowheads="1"/>
          </p:cNvSpPr>
          <p:nvPr/>
        </p:nvSpPr>
        <p:spPr bwMode="auto">
          <a:xfrm>
            <a:off x="8053239" y="4123329"/>
            <a:ext cx="684000" cy="830997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9pPr>
          </a:lstStyle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6000" b="1" dirty="0">
                <a:solidFill>
                  <a:srgbClr val="005FA5"/>
                </a:solidFill>
                <a:latin typeface="+mn-lt"/>
                <a:ea typeface="+mn-ea"/>
                <a:cs typeface="+mn-ea"/>
                <a:sym typeface="+mn-lt"/>
              </a:rPr>
              <a:t>3</a:t>
            </a:r>
            <a:endParaRPr lang="en-US" altLang="ko-KR" sz="6000" b="1" dirty="0">
              <a:solidFill>
                <a:srgbClr val="005FA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4" name="speed"/>
          <p:cNvSpPr txBox="1">
            <a:spLocks noChangeArrowheads="1"/>
          </p:cNvSpPr>
          <p:nvPr/>
        </p:nvSpPr>
        <p:spPr bwMode="auto">
          <a:xfrm>
            <a:off x="7099189" y="5203329"/>
            <a:ext cx="684000" cy="830997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Gulim" panose="020B0600000101010101" pitchFamily="50" charset="-127"/>
                <a:ea typeface="Gulim" panose="020B0600000101010101" pitchFamily="50" charset="-127"/>
                <a:cs typeface="+mn-cs"/>
              </a:defRPr>
            </a:lvl9pPr>
          </a:lstStyle>
          <a:p>
            <a:pPr algn="ctr"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6000" b="1" dirty="0">
                <a:solidFill>
                  <a:srgbClr val="005FA5"/>
                </a:solidFill>
                <a:latin typeface="+mn-lt"/>
                <a:ea typeface="+mn-ea"/>
                <a:cs typeface="+mn-ea"/>
                <a:sym typeface="+mn-lt"/>
              </a:rPr>
              <a:t>4</a:t>
            </a:r>
            <a:endParaRPr lang="en-US" altLang="ko-KR" sz="6000" b="1" dirty="0">
              <a:solidFill>
                <a:srgbClr val="005FA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Text Box 10"/>
          <p:cNvSpPr txBox="1">
            <a:spLocks noChangeArrowheads="1"/>
          </p:cNvSpPr>
          <p:nvPr/>
        </p:nvSpPr>
        <p:spPr bwMode="auto">
          <a:xfrm>
            <a:off x="3955663" y="2029807"/>
            <a:ext cx="5524249" cy="5860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1523361" y="2138170"/>
            <a:ext cx="1583692" cy="369332"/>
          </a:xfrm>
          <a:prstGeom prst="rect">
            <a:avLst/>
          </a:prstGeom>
          <a:solidFill>
            <a:srgbClr val="005FA5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输入小标题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3708310" y="3126380"/>
            <a:ext cx="5185317" cy="5860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523361" y="3244334"/>
            <a:ext cx="1583692" cy="369332"/>
          </a:xfrm>
          <a:prstGeom prst="rect">
            <a:avLst/>
          </a:prstGeom>
          <a:solidFill>
            <a:srgbClr val="005FA5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输入小标题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Text Box 10"/>
          <p:cNvSpPr txBox="1">
            <a:spLocks noChangeArrowheads="1"/>
          </p:cNvSpPr>
          <p:nvPr/>
        </p:nvSpPr>
        <p:spPr bwMode="auto">
          <a:xfrm>
            <a:off x="3592288" y="4168101"/>
            <a:ext cx="4190901" cy="5860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523361" y="4276464"/>
            <a:ext cx="1583692" cy="369332"/>
          </a:xfrm>
          <a:prstGeom prst="rect">
            <a:avLst/>
          </a:prstGeom>
          <a:solidFill>
            <a:srgbClr val="005FA5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输入小标题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8" name="Text Box 10"/>
          <p:cNvSpPr txBox="1">
            <a:spLocks noChangeArrowheads="1"/>
          </p:cNvSpPr>
          <p:nvPr/>
        </p:nvSpPr>
        <p:spPr bwMode="auto">
          <a:xfrm>
            <a:off x="3318925" y="5248956"/>
            <a:ext cx="3780264" cy="5860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523361" y="5366910"/>
            <a:ext cx="1583692" cy="369332"/>
          </a:xfrm>
          <a:prstGeom prst="rect">
            <a:avLst/>
          </a:prstGeom>
          <a:solidFill>
            <a:srgbClr val="005FA5"/>
          </a:solidFill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输入小标题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4" name="Footer Text"/>
          <p:cNvSpPr txBox="1"/>
          <p:nvPr/>
        </p:nvSpPr>
        <p:spPr>
          <a:xfrm>
            <a:off x="1343247" y="710205"/>
            <a:ext cx="32956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cs typeface="+mn-ea"/>
                <a:sym typeface="+mn-lt"/>
              </a:rPr>
              <a:t>论文总结与启示</a:t>
            </a:r>
            <a:endParaRPr lang="zh-CN" altLang="en-US" sz="2800" dirty="0">
              <a:cs typeface="+mn-ea"/>
              <a:sym typeface="+mn-lt"/>
            </a:endParaRPr>
          </a:p>
        </p:txBody>
      </p:sp>
      <p:pic>
        <p:nvPicPr>
          <p:cNvPr id="21" name="图片 20" descr="005Rm9jOly4grelek7dmbj30u00u0k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95325" y="601345"/>
            <a:ext cx="6477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 userDrawn="1"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>
            <a:off x="11379690" y="2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11859995" y="797633"/>
            <a:ext cx="216293" cy="1527440"/>
            <a:chOff x="11349438" y="764179"/>
            <a:chExt cx="216293" cy="1527440"/>
          </a:xfrm>
        </p:grpSpPr>
        <p:sp>
          <p:nvSpPr>
            <p:cNvPr id="9" name="等腰三角形 8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3" name="任意多边形: 形状 42"/>
          <p:cNvSpPr/>
          <p:nvPr userDrawn="1"/>
        </p:nvSpPr>
        <p:spPr>
          <a:xfrm rot="10800000">
            <a:off x="1" y="6209613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44" name="组合 43"/>
          <p:cNvGrpSpPr/>
          <p:nvPr userDrawn="1"/>
        </p:nvGrpSpPr>
        <p:grpSpPr>
          <a:xfrm rot="10800000">
            <a:off x="110007" y="4544081"/>
            <a:ext cx="216293" cy="1527440"/>
            <a:chOff x="11349438" y="764179"/>
            <a:chExt cx="216293" cy="1527440"/>
          </a:xfrm>
        </p:grpSpPr>
        <p:sp>
          <p:nvSpPr>
            <p:cNvPr id="45" name="等腰三角形 44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6" name="等腰三角形 45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" name="等腰三角形 47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9" name="等腰三角形 48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pic>
        <p:nvPicPr>
          <p:cNvPr id="30" name="图片 29" descr="caef76094b36acaf4fbac5a272e12c1600e99cd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7880" y="381635"/>
            <a:ext cx="792480" cy="1586230"/>
          </a:xfrm>
          <a:prstGeom prst="rect">
            <a:avLst/>
          </a:prstGeom>
        </p:spPr>
      </p:pic>
      <p:sp>
        <p:nvSpPr>
          <p:cNvPr id="21" name="Text Box 10"/>
          <p:cNvSpPr txBox="1">
            <a:spLocks noChangeArrowheads="1"/>
          </p:cNvSpPr>
          <p:nvPr/>
        </p:nvSpPr>
        <p:spPr bwMode="auto">
          <a:xfrm>
            <a:off x="8978591" y="4634673"/>
            <a:ext cx="2244932" cy="114140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978591" y="4316441"/>
            <a:ext cx="2299392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23" name="Text Box 10"/>
          <p:cNvSpPr txBox="1">
            <a:spLocks noChangeArrowheads="1"/>
          </p:cNvSpPr>
          <p:nvPr/>
        </p:nvSpPr>
        <p:spPr bwMode="auto">
          <a:xfrm>
            <a:off x="6296148" y="3846687"/>
            <a:ext cx="2244932" cy="114140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296148" y="3528455"/>
            <a:ext cx="2299392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25" name="Text Box 10"/>
          <p:cNvSpPr txBox="1">
            <a:spLocks noChangeArrowheads="1"/>
          </p:cNvSpPr>
          <p:nvPr/>
        </p:nvSpPr>
        <p:spPr bwMode="auto">
          <a:xfrm>
            <a:off x="3803892" y="4634673"/>
            <a:ext cx="2244932" cy="114140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803892" y="4316441"/>
            <a:ext cx="2299392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27" name="Text Box 10"/>
          <p:cNvSpPr txBox="1">
            <a:spLocks noChangeArrowheads="1"/>
          </p:cNvSpPr>
          <p:nvPr/>
        </p:nvSpPr>
        <p:spPr bwMode="auto">
          <a:xfrm>
            <a:off x="1121449" y="3846687"/>
            <a:ext cx="2244932" cy="114140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121449" y="3528455"/>
            <a:ext cx="2299392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1200150" y="2300094"/>
            <a:ext cx="9821605" cy="1635322"/>
            <a:chOff x="1200150" y="2300094"/>
            <a:chExt cx="9821605" cy="1635322"/>
          </a:xfrm>
        </p:grpSpPr>
        <p:grpSp>
          <p:nvGrpSpPr>
            <p:cNvPr id="4" name="组合 3"/>
            <p:cNvGrpSpPr/>
            <p:nvPr/>
          </p:nvGrpSpPr>
          <p:grpSpPr>
            <a:xfrm flipH="1">
              <a:off x="5582322" y="2610499"/>
              <a:ext cx="1082679" cy="1013450"/>
              <a:chOff x="3127992" y="3312226"/>
              <a:chExt cx="1082679" cy="1013450"/>
            </a:xfrm>
          </p:grpSpPr>
          <p:cxnSp>
            <p:nvCxnSpPr>
              <p:cNvPr id="3" name="直接连接符 2"/>
              <p:cNvCxnSpPr/>
              <p:nvPr/>
            </p:nvCxnSpPr>
            <p:spPr>
              <a:xfrm>
                <a:off x="3127992" y="3312226"/>
                <a:ext cx="540000" cy="0"/>
              </a:xfrm>
              <a:prstGeom prst="line">
                <a:avLst/>
              </a:prstGeom>
              <a:ln w="1270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接连接符 5"/>
              <p:cNvCxnSpPr/>
              <p:nvPr/>
            </p:nvCxnSpPr>
            <p:spPr>
              <a:xfrm rot="5400000">
                <a:off x="3163992" y="3816226"/>
                <a:ext cx="1008000" cy="0"/>
              </a:xfrm>
              <a:prstGeom prst="line">
                <a:avLst/>
              </a:prstGeom>
              <a:ln w="1270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/>
              <p:cNvCxnSpPr/>
              <p:nvPr/>
            </p:nvCxnSpPr>
            <p:spPr>
              <a:xfrm>
                <a:off x="3670671" y="4325676"/>
                <a:ext cx="540000" cy="0"/>
              </a:xfrm>
              <a:prstGeom prst="line">
                <a:avLst/>
              </a:prstGeom>
              <a:ln w="1270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组合 13"/>
            <p:cNvGrpSpPr/>
            <p:nvPr/>
          </p:nvGrpSpPr>
          <p:grpSpPr>
            <a:xfrm>
              <a:off x="8162406" y="2607773"/>
              <a:ext cx="1082679" cy="1013450"/>
              <a:chOff x="3127992" y="3312226"/>
              <a:chExt cx="1082679" cy="1013450"/>
            </a:xfrm>
          </p:grpSpPr>
          <p:cxnSp>
            <p:nvCxnSpPr>
              <p:cNvPr id="15" name="直接连接符 14"/>
              <p:cNvCxnSpPr/>
              <p:nvPr/>
            </p:nvCxnSpPr>
            <p:spPr>
              <a:xfrm>
                <a:off x="3127992" y="3312226"/>
                <a:ext cx="540000" cy="0"/>
              </a:xfrm>
              <a:prstGeom prst="line">
                <a:avLst/>
              </a:prstGeom>
              <a:ln w="1270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 rot="5400000">
                <a:off x="3163992" y="3816226"/>
                <a:ext cx="1008000" cy="0"/>
              </a:xfrm>
              <a:prstGeom prst="line">
                <a:avLst/>
              </a:prstGeom>
              <a:ln w="1270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>
                <a:off x="3670671" y="4325676"/>
                <a:ext cx="540000" cy="0"/>
              </a:xfrm>
              <a:prstGeom prst="line">
                <a:avLst/>
              </a:prstGeom>
              <a:ln w="1270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圆角矩形 16"/>
            <p:cNvSpPr/>
            <p:nvPr/>
          </p:nvSpPr>
          <p:spPr>
            <a:xfrm>
              <a:off x="1200150" y="2300094"/>
              <a:ext cx="2043164" cy="620716"/>
            </a:xfrm>
            <a:prstGeom prst="roundRect">
              <a:avLst>
                <a:gd name="adj" fmla="val 9533"/>
              </a:avLst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8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84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80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76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72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68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圆角矩形 18"/>
            <p:cNvSpPr/>
            <p:nvPr/>
          </p:nvSpPr>
          <p:spPr>
            <a:xfrm>
              <a:off x="6385777" y="2300094"/>
              <a:ext cx="2043164" cy="620716"/>
            </a:xfrm>
            <a:prstGeom prst="roundRect">
              <a:avLst>
                <a:gd name="adj" fmla="val 9533"/>
              </a:avLst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8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84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80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76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72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68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3013975" y="2613224"/>
              <a:ext cx="1082679" cy="1013450"/>
              <a:chOff x="3013975" y="2613224"/>
              <a:chExt cx="1082679" cy="1013450"/>
            </a:xfrm>
          </p:grpSpPr>
          <p:cxnSp>
            <p:nvCxnSpPr>
              <p:cNvPr id="29" name="直接连接符 28"/>
              <p:cNvCxnSpPr/>
              <p:nvPr/>
            </p:nvCxnSpPr>
            <p:spPr>
              <a:xfrm>
                <a:off x="3556654" y="3626674"/>
                <a:ext cx="540000" cy="0"/>
              </a:xfrm>
              <a:prstGeom prst="line">
                <a:avLst/>
              </a:prstGeom>
              <a:ln w="1270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>
                <a:off x="3013975" y="2613224"/>
                <a:ext cx="540000" cy="0"/>
              </a:xfrm>
              <a:prstGeom prst="line">
                <a:avLst/>
              </a:prstGeom>
              <a:ln w="1270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 rot="5400000">
                <a:off x="3049975" y="3117224"/>
                <a:ext cx="1008000" cy="0"/>
              </a:xfrm>
              <a:prstGeom prst="line">
                <a:avLst/>
              </a:prstGeom>
              <a:ln w="1270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文本框 39"/>
            <p:cNvSpPr txBox="1"/>
            <p:nvPr/>
          </p:nvSpPr>
          <p:spPr>
            <a:xfrm>
              <a:off x="1941046" y="2315385"/>
              <a:ext cx="649537" cy="58477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8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4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80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6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2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8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3200" dirty="0">
                  <a:solidFill>
                    <a:srgbClr val="FFFFFF"/>
                  </a:solidFill>
                  <a:cs typeface="+mn-ea"/>
                  <a:sym typeface="+mn-lt"/>
                </a:rPr>
                <a:t>01</a:t>
              </a:r>
              <a:endParaRPr lang="zh-CN" altLang="en-US" sz="320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36" name="文本框 41"/>
            <p:cNvSpPr txBox="1"/>
            <p:nvPr/>
          </p:nvSpPr>
          <p:spPr>
            <a:xfrm>
              <a:off x="7126673" y="2315385"/>
              <a:ext cx="649537" cy="58477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8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4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80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6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2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8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3200" dirty="0">
                  <a:solidFill>
                    <a:srgbClr val="FFFFFF"/>
                  </a:solidFill>
                  <a:cs typeface="+mn-ea"/>
                  <a:sym typeface="+mn-lt"/>
                </a:rPr>
                <a:t>03</a:t>
              </a:r>
              <a:endParaRPr lang="zh-CN" altLang="en-US" sz="320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37" name="圆角矩形 17"/>
            <p:cNvSpPr/>
            <p:nvPr/>
          </p:nvSpPr>
          <p:spPr>
            <a:xfrm>
              <a:off x="3792963" y="3314700"/>
              <a:ext cx="2043164" cy="620716"/>
            </a:xfrm>
            <a:prstGeom prst="roundRect">
              <a:avLst>
                <a:gd name="adj" fmla="val 9533"/>
              </a:avLst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8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84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80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76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72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68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圆角矩形 19"/>
            <p:cNvSpPr/>
            <p:nvPr/>
          </p:nvSpPr>
          <p:spPr>
            <a:xfrm>
              <a:off x="8978591" y="3314700"/>
              <a:ext cx="2043164" cy="620716"/>
            </a:xfrm>
            <a:prstGeom prst="roundRect">
              <a:avLst>
                <a:gd name="adj" fmla="val 9533"/>
              </a:avLst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8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84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80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76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72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6800" algn="l" defTabSz="1218565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文本框 40"/>
            <p:cNvSpPr txBox="1"/>
            <p:nvPr/>
          </p:nvSpPr>
          <p:spPr>
            <a:xfrm>
              <a:off x="4533859" y="3331561"/>
              <a:ext cx="649537" cy="58477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8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4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80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6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2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8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3200" dirty="0">
                  <a:solidFill>
                    <a:srgbClr val="005FA5"/>
                  </a:solidFill>
                  <a:cs typeface="+mn-ea"/>
                  <a:sym typeface="+mn-lt"/>
                </a:rPr>
                <a:t>02</a:t>
              </a:r>
              <a:endParaRPr lang="en-US" altLang="zh-CN" sz="3200" dirty="0">
                <a:solidFill>
                  <a:srgbClr val="005FA5"/>
                </a:solidFill>
                <a:cs typeface="+mn-ea"/>
                <a:sym typeface="+mn-lt"/>
              </a:endParaRPr>
            </a:p>
          </p:txBody>
        </p:sp>
        <p:sp>
          <p:nvSpPr>
            <p:cNvPr id="40" name="文本框 42"/>
            <p:cNvSpPr txBox="1"/>
            <p:nvPr/>
          </p:nvSpPr>
          <p:spPr>
            <a:xfrm>
              <a:off x="9719487" y="3323385"/>
              <a:ext cx="649537" cy="58477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6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92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8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84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80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76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72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6800" algn="l" defTabSz="1218565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3200" dirty="0">
                  <a:solidFill>
                    <a:srgbClr val="005FA5"/>
                  </a:solidFill>
                  <a:cs typeface="+mn-ea"/>
                  <a:sym typeface="+mn-lt"/>
                </a:rPr>
                <a:t>04</a:t>
              </a:r>
              <a:endParaRPr lang="en-US" altLang="zh-CN" sz="3200" dirty="0">
                <a:solidFill>
                  <a:srgbClr val="005FA5"/>
                </a:solidFill>
                <a:cs typeface="+mn-ea"/>
                <a:sym typeface="+mn-lt"/>
              </a:endParaRPr>
            </a:p>
          </p:txBody>
        </p:sp>
      </p:grpSp>
      <p:sp>
        <p:nvSpPr>
          <p:cNvPr id="41" name="Footer Text"/>
          <p:cNvSpPr txBox="1"/>
          <p:nvPr/>
        </p:nvSpPr>
        <p:spPr>
          <a:xfrm>
            <a:off x="1343247" y="710205"/>
            <a:ext cx="32956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cs typeface="+mn-ea"/>
                <a:sym typeface="+mn-lt"/>
              </a:rPr>
              <a:t>论文总结与启示</a:t>
            </a:r>
            <a:endParaRPr lang="zh-CN" altLang="en-US" sz="2800" dirty="0">
              <a:cs typeface="+mn-ea"/>
              <a:sym typeface="+mn-lt"/>
            </a:endParaRPr>
          </a:p>
        </p:txBody>
      </p:sp>
      <p:pic>
        <p:nvPicPr>
          <p:cNvPr id="51" name="图片 50" descr="005Rm9jOly4grelek7dmbj30u00u0k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95325" y="601345"/>
            <a:ext cx="6477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 userDrawn="1"/>
        </p:nvSpPr>
        <p:spPr>
          <a:xfrm>
            <a:off x="436306" y="390832"/>
            <a:ext cx="11319388" cy="60763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>
            <a:off x="11379690" y="2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11859995" y="797633"/>
            <a:ext cx="216293" cy="1527440"/>
            <a:chOff x="11349438" y="764179"/>
            <a:chExt cx="216293" cy="1527440"/>
          </a:xfrm>
        </p:grpSpPr>
        <p:sp>
          <p:nvSpPr>
            <p:cNvPr id="9" name="等腰三角形 8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43" name="任意多边形: 形状 42"/>
          <p:cNvSpPr/>
          <p:nvPr userDrawn="1"/>
        </p:nvSpPr>
        <p:spPr>
          <a:xfrm rot="10800000">
            <a:off x="1" y="6209613"/>
            <a:ext cx="841264" cy="648387"/>
          </a:xfrm>
          <a:custGeom>
            <a:avLst/>
            <a:gdLst>
              <a:gd name="connsiteX0" fmla="*/ 4903 w 2613608"/>
              <a:gd name="connsiteY0" fmla="*/ 0 h 2014383"/>
              <a:gd name="connsiteX1" fmla="*/ 2613608 w 2613608"/>
              <a:gd name="connsiteY1" fmla="*/ 0 h 2014383"/>
              <a:gd name="connsiteX2" fmla="*/ 2613608 w 2613608"/>
              <a:gd name="connsiteY2" fmla="*/ 1882005 h 2014383"/>
              <a:gd name="connsiteX3" fmla="*/ 2487433 w 2613608"/>
              <a:gd name="connsiteY3" fmla="*/ 1928185 h 2014383"/>
              <a:gd name="connsiteX4" fmla="*/ 1917290 w 2613608"/>
              <a:gd name="connsiteY4" fmla="*/ 2014383 h 2014383"/>
              <a:gd name="connsiteX5" fmla="*/ 0 w 2613608"/>
              <a:gd name="connsiteY5" fmla="*/ 97093 h 201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3608" h="2014383">
                <a:moveTo>
                  <a:pt x="4903" y="0"/>
                </a:moveTo>
                <a:lnTo>
                  <a:pt x="2613608" y="0"/>
                </a:lnTo>
                <a:lnTo>
                  <a:pt x="2613608" y="1882005"/>
                </a:lnTo>
                <a:lnTo>
                  <a:pt x="2487433" y="1928185"/>
                </a:lnTo>
                <a:cubicBezTo>
                  <a:pt x="2307325" y="1984205"/>
                  <a:pt x="2115832" y="2014383"/>
                  <a:pt x="1917290" y="2014383"/>
                </a:cubicBezTo>
                <a:cubicBezTo>
                  <a:pt x="858400" y="2014383"/>
                  <a:pt x="0" y="1155983"/>
                  <a:pt x="0" y="97093"/>
                </a:cubicBezTo>
                <a:close/>
              </a:path>
            </a:pathLst>
          </a:custGeom>
          <a:solidFill>
            <a:srgbClr val="BA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44" name="组合 43"/>
          <p:cNvGrpSpPr/>
          <p:nvPr userDrawn="1"/>
        </p:nvGrpSpPr>
        <p:grpSpPr>
          <a:xfrm rot="10800000">
            <a:off x="110007" y="4544081"/>
            <a:ext cx="216293" cy="1527440"/>
            <a:chOff x="11349438" y="764179"/>
            <a:chExt cx="216293" cy="1527440"/>
          </a:xfrm>
        </p:grpSpPr>
        <p:sp>
          <p:nvSpPr>
            <p:cNvPr id="45" name="等腰三角形 44"/>
            <p:cNvSpPr/>
            <p:nvPr/>
          </p:nvSpPr>
          <p:spPr>
            <a:xfrm>
              <a:off x="11379690" y="1157816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6" name="等腰三角形 45"/>
            <p:cNvSpPr/>
            <p:nvPr/>
          </p:nvSpPr>
          <p:spPr>
            <a:xfrm>
              <a:off x="11379690" y="1401172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7" name="等腰三角形 46"/>
            <p:cNvSpPr/>
            <p:nvPr/>
          </p:nvSpPr>
          <p:spPr>
            <a:xfrm>
              <a:off x="11379690" y="1644528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8" name="等腰三角形 47"/>
            <p:cNvSpPr/>
            <p:nvPr/>
          </p:nvSpPr>
          <p:spPr>
            <a:xfrm>
              <a:off x="11379690" y="1887884"/>
              <a:ext cx="186041" cy="160380"/>
            </a:xfrm>
            <a:prstGeom prst="triangl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9" name="等腰三角形 48"/>
            <p:cNvSpPr/>
            <p:nvPr/>
          </p:nvSpPr>
          <p:spPr>
            <a:xfrm>
              <a:off x="11379690" y="2131239"/>
              <a:ext cx="186041" cy="160380"/>
            </a:xfrm>
            <a:prstGeom prst="triangl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1349438" y="764179"/>
              <a:ext cx="216293" cy="216293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pic>
        <p:nvPicPr>
          <p:cNvPr id="30" name="图片 29" descr="caef76094b36acaf4fbac5a272e12c1600e99cd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7880" y="381635"/>
            <a:ext cx="792480" cy="158623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3084699" y="2222062"/>
            <a:ext cx="504536" cy="270200"/>
            <a:chOff x="4425848" y="2232948"/>
            <a:chExt cx="504536" cy="270200"/>
          </a:xfrm>
          <a:solidFill>
            <a:srgbClr val="005FA5"/>
          </a:solidFill>
        </p:grpSpPr>
        <p:sp>
          <p:nvSpPr>
            <p:cNvPr id="3" name="Arrow: Chevron 31"/>
            <p:cNvSpPr/>
            <p:nvPr/>
          </p:nvSpPr>
          <p:spPr>
            <a:xfrm>
              <a:off x="4425848" y="2232948"/>
              <a:ext cx="228802" cy="270200"/>
            </a:xfrm>
            <a:prstGeom prst="chevron">
              <a:avLst>
                <a:gd name="adj" fmla="val 6014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" name="Arrow: Chevron 32"/>
            <p:cNvSpPr/>
            <p:nvPr/>
          </p:nvSpPr>
          <p:spPr>
            <a:xfrm>
              <a:off x="4563714" y="2232948"/>
              <a:ext cx="228802" cy="270200"/>
            </a:xfrm>
            <a:prstGeom prst="chevron">
              <a:avLst>
                <a:gd name="adj" fmla="val 6014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" name="Arrow: Chevron 33"/>
            <p:cNvSpPr/>
            <p:nvPr/>
          </p:nvSpPr>
          <p:spPr>
            <a:xfrm>
              <a:off x="4701582" y="2232948"/>
              <a:ext cx="228802" cy="270200"/>
            </a:xfrm>
            <a:prstGeom prst="chevron">
              <a:avLst>
                <a:gd name="adj" fmla="val 6014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820520" y="2222062"/>
            <a:ext cx="504536" cy="270200"/>
            <a:chOff x="7161669" y="2232948"/>
            <a:chExt cx="504536" cy="270200"/>
          </a:xfrm>
          <a:solidFill>
            <a:srgbClr val="005FA5"/>
          </a:solidFill>
        </p:grpSpPr>
        <p:sp>
          <p:nvSpPr>
            <p:cNvPr id="14" name="Arrow: Chevron 35"/>
            <p:cNvSpPr/>
            <p:nvPr/>
          </p:nvSpPr>
          <p:spPr>
            <a:xfrm>
              <a:off x="7161669" y="2232948"/>
              <a:ext cx="228802" cy="270200"/>
            </a:xfrm>
            <a:prstGeom prst="chevron">
              <a:avLst>
                <a:gd name="adj" fmla="val 6014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5" name="Arrow: Chevron 36"/>
            <p:cNvSpPr/>
            <p:nvPr/>
          </p:nvSpPr>
          <p:spPr>
            <a:xfrm>
              <a:off x="7299535" y="2232948"/>
              <a:ext cx="228802" cy="270200"/>
            </a:xfrm>
            <a:prstGeom prst="chevron">
              <a:avLst>
                <a:gd name="adj" fmla="val 6014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6" name="Arrow: Chevron 37"/>
            <p:cNvSpPr/>
            <p:nvPr/>
          </p:nvSpPr>
          <p:spPr>
            <a:xfrm>
              <a:off x="7437403" y="2232948"/>
              <a:ext cx="228802" cy="270200"/>
            </a:xfrm>
            <a:prstGeom prst="chevron">
              <a:avLst>
                <a:gd name="adj" fmla="val 6014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7024181" y="1909136"/>
            <a:ext cx="896049" cy="896048"/>
            <a:chOff x="7024181" y="1909136"/>
            <a:chExt cx="896049" cy="896048"/>
          </a:xfrm>
        </p:grpSpPr>
        <p:sp>
          <p:nvSpPr>
            <p:cNvPr id="18" name="Oval 26"/>
            <p:cNvSpPr/>
            <p:nvPr/>
          </p:nvSpPr>
          <p:spPr>
            <a:xfrm>
              <a:off x="7024181" y="1909136"/>
              <a:ext cx="896049" cy="896048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9" name="Freeform: Shape 76"/>
            <p:cNvSpPr/>
            <p:nvPr/>
          </p:nvSpPr>
          <p:spPr bwMode="auto">
            <a:xfrm>
              <a:off x="7247048" y="2124590"/>
              <a:ext cx="450314" cy="450313"/>
            </a:xfrm>
            <a:custGeom>
              <a:avLst/>
              <a:gdLst>
                <a:gd name="T0" fmla="*/ 223 w 228"/>
                <a:gd name="T1" fmla="*/ 95 h 228"/>
                <a:gd name="T2" fmla="*/ 196 w 228"/>
                <a:gd name="T3" fmla="*/ 90 h 228"/>
                <a:gd name="T4" fmla="*/ 189 w 228"/>
                <a:gd name="T5" fmla="*/ 74 h 228"/>
                <a:gd name="T6" fmla="*/ 205 w 228"/>
                <a:gd name="T7" fmla="*/ 50 h 228"/>
                <a:gd name="T8" fmla="*/ 205 w 228"/>
                <a:gd name="T9" fmla="*/ 43 h 228"/>
                <a:gd name="T10" fmla="*/ 185 w 228"/>
                <a:gd name="T11" fmla="*/ 24 h 228"/>
                <a:gd name="T12" fmla="*/ 178 w 228"/>
                <a:gd name="T13" fmla="*/ 23 h 228"/>
                <a:gd name="T14" fmla="*/ 155 w 228"/>
                <a:gd name="T15" fmla="*/ 39 h 228"/>
                <a:gd name="T16" fmla="*/ 138 w 228"/>
                <a:gd name="T17" fmla="*/ 32 h 228"/>
                <a:gd name="T18" fmla="*/ 133 w 228"/>
                <a:gd name="T19" fmla="*/ 5 h 228"/>
                <a:gd name="T20" fmla="*/ 127 w 228"/>
                <a:gd name="T21" fmla="*/ 0 h 228"/>
                <a:gd name="T22" fmla="*/ 100 w 228"/>
                <a:gd name="T23" fmla="*/ 0 h 228"/>
                <a:gd name="T24" fmla="*/ 94 w 228"/>
                <a:gd name="T25" fmla="*/ 5 h 228"/>
                <a:gd name="T26" fmla="*/ 89 w 228"/>
                <a:gd name="T27" fmla="*/ 32 h 228"/>
                <a:gd name="T28" fmla="*/ 73 w 228"/>
                <a:gd name="T29" fmla="*/ 39 h 228"/>
                <a:gd name="T30" fmla="*/ 50 w 228"/>
                <a:gd name="T31" fmla="*/ 23 h 228"/>
                <a:gd name="T32" fmla="*/ 43 w 228"/>
                <a:gd name="T33" fmla="*/ 24 h 228"/>
                <a:gd name="T34" fmla="*/ 23 w 228"/>
                <a:gd name="T35" fmla="*/ 43 h 228"/>
                <a:gd name="T36" fmla="*/ 23 w 228"/>
                <a:gd name="T37" fmla="*/ 51 h 228"/>
                <a:gd name="T38" fmla="*/ 39 w 228"/>
                <a:gd name="T39" fmla="*/ 74 h 228"/>
                <a:gd name="T40" fmla="*/ 32 w 228"/>
                <a:gd name="T41" fmla="*/ 90 h 228"/>
                <a:gd name="T42" fmla="*/ 5 w 228"/>
                <a:gd name="T43" fmla="*/ 95 h 228"/>
                <a:gd name="T44" fmla="*/ 0 w 228"/>
                <a:gd name="T45" fmla="*/ 100 h 228"/>
                <a:gd name="T46" fmla="*/ 0 w 228"/>
                <a:gd name="T47" fmla="*/ 128 h 228"/>
                <a:gd name="T48" fmla="*/ 5 w 228"/>
                <a:gd name="T49" fmla="*/ 134 h 228"/>
                <a:gd name="T50" fmla="*/ 32 w 228"/>
                <a:gd name="T51" fmla="*/ 139 h 228"/>
                <a:gd name="T52" fmla="*/ 39 w 228"/>
                <a:gd name="T53" fmla="*/ 155 h 228"/>
                <a:gd name="T54" fmla="*/ 23 w 228"/>
                <a:gd name="T55" fmla="*/ 178 h 228"/>
                <a:gd name="T56" fmla="*/ 24 w 228"/>
                <a:gd name="T57" fmla="*/ 185 h 228"/>
                <a:gd name="T58" fmla="*/ 43 w 228"/>
                <a:gd name="T59" fmla="*/ 204 h 228"/>
                <a:gd name="T60" fmla="*/ 51 w 228"/>
                <a:gd name="T61" fmla="*/ 205 h 228"/>
                <a:gd name="T62" fmla="*/ 73 w 228"/>
                <a:gd name="T63" fmla="*/ 189 h 228"/>
                <a:gd name="T64" fmla="*/ 89 w 228"/>
                <a:gd name="T65" fmla="*/ 196 h 228"/>
                <a:gd name="T66" fmla="*/ 94 w 228"/>
                <a:gd name="T67" fmla="*/ 223 h 228"/>
                <a:gd name="T68" fmla="*/ 100 w 228"/>
                <a:gd name="T69" fmla="*/ 228 h 228"/>
                <a:gd name="T70" fmla="*/ 127 w 228"/>
                <a:gd name="T71" fmla="*/ 228 h 228"/>
                <a:gd name="T72" fmla="*/ 133 w 228"/>
                <a:gd name="T73" fmla="*/ 223 h 228"/>
                <a:gd name="T74" fmla="*/ 138 w 228"/>
                <a:gd name="T75" fmla="*/ 196 h 228"/>
                <a:gd name="T76" fmla="*/ 154 w 228"/>
                <a:gd name="T77" fmla="*/ 190 h 228"/>
                <a:gd name="T78" fmla="*/ 177 w 228"/>
                <a:gd name="T79" fmla="*/ 205 h 228"/>
                <a:gd name="T80" fmla="*/ 185 w 228"/>
                <a:gd name="T81" fmla="*/ 205 h 228"/>
                <a:gd name="T82" fmla="*/ 204 w 228"/>
                <a:gd name="T83" fmla="*/ 185 h 228"/>
                <a:gd name="T84" fmla="*/ 205 w 228"/>
                <a:gd name="T85" fmla="*/ 178 h 228"/>
                <a:gd name="T86" fmla="*/ 189 w 228"/>
                <a:gd name="T87" fmla="*/ 155 h 228"/>
                <a:gd name="T88" fmla="*/ 196 w 228"/>
                <a:gd name="T89" fmla="*/ 139 h 228"/>
                <a:gd name="T90" fmla="*/ 223 w 228"/>
                <a:gd name="T91" fmla="*/ 134 h 228"/>
                <a:gd name="T92" fmla="*/ 228 w 228"/>
                <a:gd name="T93" fmla="*/ 128 h 228"/>
                <a:gd name="T94" fmla="*/ 228 w 228"/>
                <a:gd name="T95" fmla="*/ 100 h 228"/>
                <a:gd name="T96" fmla="*/ 223 w 228"/>
                <a:gd name="T97" fmla="*/ 95 h 228"/>
                <a:gd name="T98" fmla="*/ 114 w 228"/>
                <a:gd name="T99" fmla="*/ 149 h 228"/>
                <a:gd name="T100" fmla="*/ 79 w 228"/>
                <a:gd name="T101" fmla="*/ 114 h 228"/>
                <a:gd name="T102" fmla="*/ 114 w 228"/>
                <a:gd name="T103" fmla="*/ 79 h 228"/>
                <a:gd name="T104" fmla="*/ 149 w 228"/>
                <a:gd name="T105" fmla="*/ 114 h 228"/>
                <a:gd name="T106" fmla="*/ 114 w 228"/>
                <a:gd name="T107" fmla="*/ 14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28" h="228">
                  <a:moveTo>
                    <a:pt x="223" y="95"/>
                  </a:moveTo>
                  <a:cubicBezTo>
                    <a:pt x="196" y="90"/>
                    <a:pt x="196" y="90"/>
                    <a:pt x="196" y="90"/>
                  </a:cubicBezTo>
                  <a:cubicBezTo>
                    <a:pt x="194" y="84"/>
                    <a:pt x="192" y="79"/>
                    <a:pt x="189" y="74"/>
                  </a:cubicBezTo>
                  <a:cubicBezTo>
                    <a:pt x="205" y="50"/>
                    <a:pt x="205" y="50"/>
                    <a:pt x="205" y="50"/>
                  </a:cubicBezTo>
                  <a:cubicBezTo>
                    <a:pt x="207" y="48"/>
                    <a:pt x="206" y="45"/>
                    <a:pt x="205" y="43"/>
                  </a:cubicBezTo>
                  <a:cubicBezTo>
                    <a:pt x="185" y="24"/>
                    <a:pt x="185" y="24"/>
                    <a:pt x="185" y="24"/>
                  </a:cubicBezTo>
                  <a:cubicBezTo>
                    <a:pt x="183" y="22"/>
                    <a:pt x="180" y="21"/>
                    <a:pt x="178" y="23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49" y="36"/>
                    <a:pt x="144" y="34"/>
                    <a:pt x="138" y="32"/>
                  </a:cubicBezTo>
                  <a:cubicBezTo>
                    <a:pt x="133" y="5"/>
                    <a:pt x="133" y="5"/>
                    <a:pt x="133" y="5"/>
                  </a:cubicBezTo>
                  <a:cubicBezTo>
                    <a:pt x="133" y="2"/>
                    <a:pt x="130" y="0"/>
                    <a:pt x="127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97" y="0"/>
                    <a:pt x="95" y="2"/>
                    <a:pt x="94" y="5"/>
                  </a:cubicBezTo>
                  <a:cubicBezTo>
                    <a:pt x="89" y="32"/>
                    <a:pt x="89" y="32"/>
                    <a:pt x="89" y="32"/>
                  </a:cubicBezTo>
                  <a:cubicBezTo>
                    <a:pt x="83" y="34"/>
                    <a:pt x="78" y="36"/>
                    <a:pt x="73" y="39"/>
                  </a:cubicBezTo>
                  <a:cubicBezTo>
                    <a:pt x="50" y="23"/>
                    <a:pt x="50" y="23"/>
                    <a:pt x="50" y="23"/>
                  </a:cubicBezTo>
                  <a:cubicBezTo>
                    <a:pt x="48" y="22"/>
                    <a:pt x="45" y="22"/>
                    <a:pt x="43" y="24"/>
                  </a:cubicBezTo>
                  <a:cubicBezTo>
                    <a:pt x="23" y="43"/>
                    <a:pt x="23" y="43"/>
                    <a:pt x="23" y="43"/>
                  </a:cubicBezTo>
                  <a:cubicBezTo>
                    <a:pt x="22" y="45"/>
                    <a:pt x="21" y="49"/>
                    <a:pt x="23" y="51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36" y="79"/>
                    <a:pt x="34" y="84"/>
                    <a:pt x="32" y="90"/>
                  </a:cubicBezTo>
                  <a:cubicBezTo>
                    <a:pt x="5" y="95"/>
                    <a:pt x="5" y="95"/>
                    <a:pt x="5" y="95"/>
                  </a:cubicBezTo>
                  <a:cubicBezTo>
                    <a:pt x="2" y="95"/>
                    <a:pt x="0" y="98"/>
                    <a:pt x="0" y="100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0" y="131"/>
                    <a:pt x="2" y="133"/>
                    <a:pt x="5" y="134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4" y="144"/>
                    <a:pt x="36" y="150"/>
                    <a:pt x="39" y="155"/>
                  </a:cubicBezTo>
                  <a:cubicBezTo>
                    <a:pt x="23" y="178"/>
                    <a:pt x="23" y="178"/>
                    <a:pt x="23" y="178"/>
                  </a:cubicBezTo>
                  <a:cubicBezTo>
                    <a:pt x="22" y="180"/>
                    <a:pt x="22" y="183"/>
                    <a:pt x="24" y="185"/>
                  </a:cubicBezTo>
                  <a:cubicBezTo>
                    <a:pt x="43" y="204"/>
                    <a:pt x="43" y="204"/>
                    <a:pt x="43" y="204"/>
                  </a:cubicBezTo>
                  <a:cubicBezTo>
                    <a:pt x="45" y="206"/>
                    <a:pt x="48" y="207"/>
                    <a:pt x="51" y="205"/>
                  </a:cubicBezTo>
                  <a:cubicBezTo>
                    <a:pt x="73" y="189"/>
                    <a:pt x="73" y="189"/>
                    <a:pt x="73" y="189"/>
                  </a:cubicBezTo>
                  <a:cubicBezTo>
                    <a:pt x="78" y="192"/>
                    <a:pt x="84" y="194"/>
                    <a:pt x="89" y="196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5" y="226"/>
                    <a:pt x="97" y="228"/>
                    <a:pt x="100" y="228"/>
                  </a:cubicBezTo>
                  <a:cubicBezTo>
                    <a:pt x="127" y="228"/>
                    <a:pt x="127" y="228"/>
                    <a:pt x="127" y="228"/>
                  </a:cubicBezTo>
                  <a:cubicBezTo>
                    <a:pt x="130" y="228"/>
                    <a:pt x="133" y="226"/>
                    <a:pt x="133" y="223"/>
                  </a:cubicBezTo>
                  <a:cubicBezTo>
                    <a:pt x="138" y="196"/>
                    <a:pt x="138" y="196"/>
                    <a:pt x="138" y="196"/>
                  </a:cubicBezTo>
                  <a:cubicBezTo>
                    <a:pt x="144" y="194"/>
                    <a:pt x="149" y="192"/>
                    <a:pt x="154" y="190"/>
                  </a:cubicBezTo>
                  <a:cubicBezTo>
                    <a:pt x="177" y="205"/>
                    <a:pt x="177" y="205"/>
                    <a:pt x="177" y="205"/>
                  </a:cubicBezTo>
                  <a:cubicBezTo>
                    <a:pt x="180" y="207"/>
                    <a:pt x="183" y="207"/>
                    <a:pt x="185" y="205"/>
                  </a:cubicBezTo>
                  <a:cubicBezTo>
                    <a:pt x="204" y="185"/>
                    <a:pt x="204" y="185"/>
                    <a:pt x="204" y="185"/>
                  </a:cubicBezTo>
                  <a:cubicBezTo>
                    <a:pt x="206" y="183"/>
                    <a:pt x="206" y="180"/>
                    <a:pt x="205" y="178"/>
                  </a:cubicBezTo>
                  <a:cubicBezTo>
                    <a:pt x="189" y="155"/>
                    <a:pt x="189" y="155"/>
                    <a:pt x="189" y="155"/>
                  </a:cubicBezTo>
                  <a:cubicBezTo>
                    <a:pt x="192" y="150"/>
                    <a:pt x="194" y="144"/>
                    <a:pt x="196" y="139"/>
                  </a:cubicBezTo>
                  <a:cubicBezTo>
                    <a:pt x="223" y="134"/>
                    <a:pt x="223" y="134"/>
                    <a:pt x="223" y="134"/>
                  </a:cubicBezTo>
                  <a:cubicBezTo>
                    <a:pt x="226" y="133"/>
                    <a:pt x="228" y="131"/>
                    <a:pt x="228" y="128"/>
                  </a:cubicBezTo>
                  <a:cubicBezTo>
                    <a:pt x="228" y="100"/>
                    <a:pt x="228" y="100"/>
                    <a:pt x="228" y="100"/>
                  </a:cubicBezTo>
                  <a:cubicBezTo>
                    <a:pt x="228" y="98"/>
                    <a:pt x="226" y="95"/>
                    <a:pt x="223" y="95"/>
                  </a:cubicBezTo>
                  <a:close/>
                  <a:moveTo>
                    <a:pt x="114" y="149"/>
                  </a:moveTo>
                  <a:cubicBezTo>
                    <a:pt x="95" y="149"/>
                    <a:pt x="79" y="133"/>
                    <a:pt x="79" y="114"/>
                  </a:cubicBezTo>
                  <a:cubicBezTo>
                    <a:pt x="79" y="95"/>
                    <a:pt x="95" y="79"/>
                    <a:pt x="114" y="79"/>
                  </a:cubicBezTo>
                  <a:cubicBezTo>
                    <a:pt x="133" y="79"/>
                    <a:pt x="149" y="95"/>
                    <a:pt x="149" y="114"/>
                  </a:cubicBezTo>
                  <a:cubicBezTo>
                    <a:pt x="149" y="133"/>
                    <a:pt x="133" y="149"/>
                    <a:pt x="114" y="14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1521031" y="1909137"/>
            <a:ext cx="896049" cy="896048"/>
            <a:chOff x="1521031" y="1909137"/>
            <a:chExt cx="896049" cy="896048"/>
          </a:xfrm>
        </p:grpSpPr>
        <p:sp>
          <p:nvSpPr>
            <p:cNvPr id="20" name="Oval 4"/>
            <p:cNvSpPr/>
            <p:nvPr/>
          </p:nvSpPr>
          <p:spPr>
            <a:xfrm>
              <a:off x="1521031" y="1909137"/>
              <a:ext cx="896049" cy="896048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1" name="Freeform: Shape 77"/>
            <p:cNvSpPr/>
            <p:nvPr/>
          </p:nvSpPr>
          <p:spPr bwMode="auto">
            <a:xfrm>
              <a:off x="1743898" y="2133451"/>
              <a:ext cx="450314" cy="450313"/>
            </a:xfrm>
            <a:custGeom>
              <a:avLst/>
              <a:gdLst>
                <a:gd name="T0" fmla="*/ 130 w 236"/>
                <a:gd name="T1" fmla="*/ 1 h 236"/>
                <a:gd name="T2" fmla="*/ 118 w 236"/>
                <a:gd name="T3" fmla="*/ 0 h 236"/>
                <a:gd name="T4" fmla="*/ 30 w 236"/>
                <a:gd name="T5" fmla="*/ 40 h 236"/>
                <a:gd name="T6" fmla="*/ 68 w 236"/>
                <a:gd name="T7" fmla="*/ 105 h 236"/>
                <a:gd name="T8" fmla="*/ 130 w 236"/>
                <a:gd name="T9" fmla="*/ 1 h 236"/>
                <a:gd name="T10" fmla="*/ 20 w 236"/>
                <a:gd name="T11" fmla="*/ 52 h 236"/>
                <a:gd name="T12" fmla="*/ 0 w 236"/>
                <a:gd name="T13" fmla="*/ 118 h 236"/>
                <a:gd name="T14" fmla="*/ 5 w 236"/>
                <a:gd name="T15" fmla="*/ 153 h 236"/>
                <a:gd name="T16" fmla="*/ 81 w 236"/>
                <a:gd name="T17" fmla="*/ 153 h 236"/>
                <a:gd name="T18" fmla="*/ 20 w 236"/>
                <a:gd name="T19" fmla="*/ 52 h 236"/>
                <a:gd name="T20" fmla="*/ 225 w 236"/>
                <a:gd name="T21" fmla="*/ 68 h 236"/>
                <a:gd name="T22" fmla="*/ 145 w 236"/>
                <a:gd name="T23" fmla="*/ 3 h 236"/>
                <a:gd name="T24" fmla="*/ 106 w 236"/>
                <a:gd name="T25" fmla="*/ 68 h 236"/>
                <a:gd name="T26" fmla="*/ 225 w 236"/>
                <a:gd name="T27" fmla="*/ 68 h 236"/>
                <a:gd name="T28" fmla="*/ 130 w 236"/>
                <a:gd name="T29" fmla="*/ 167 h 236"/>
                <a:gd name="T30" fmla="*/ 11 w 236"/>
                <a:gd name="T31" fmla="*/ 167 h 236"/>
                <a:gd name="T32" fmla="*/ 96 w 236"/>
                <a:gd name="T33" fmla="*/ 234 h 236"/>
                <a:gd name="T34" fmla="*/ 93 w 236"/>
                <a:gd name="T35" fmla="*/ 232 h 236"/>
                <a:gd name="T36" fmla="*/ 130 w 236"/>
                <a:gd name="T37" fmla="*/ 167 h 236"/>
                <a:gd name="T38" fmla="*/ 230 w 236"/>
                <a:gd name="T39" fmla="*/ 82 h 236"/>
                <a:gd name="T40" fmla="*/ 155 w 236"/>
                <a:gd name="T41" fmla="*/ 82 h 236"/>
                <a:gd name="T42" fmla="*/ 215 w 236"/>
                <a:gd name="T43" fmla="*/ 186 h 236"/>
                <a:gd name="T44" fmla="*/ 236 w 236"/>
                <a:gd name="T45" fmla="*/ 118 h 236"/>
                <a:gd name="T46" fmla="*/ 230 w 236"/>
                <a:gd name="T47" fmla="*/ 82 h 236"/>
                <a:gd name="T48" fmla="*/ 108 w 236"/>
                <a:gd name="T49" fmla="*/ 236 h 236"/>
                <a:gd name="T50" fmla="*/ 118 w 236"/>
                <a:gd name="T51" fmla="*/ 236 h 236"/>
                <a:gd name="T52" fmla="*/ 205 w 236"/>
                <a:gd name="T53" fmla="*/ 198 h 236"/>
                <a:gd name="T54" fmla="*/ 167 w 236"/>
                <a:gd name="T55" fmla="*/ 132 h 236"/>
                <a:gd name="T56" fmla="*/ 108 w 236"/>
                <a:gd name="T57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6" h="236">
                  <a:moveTo>
                    <a:pt x="130" y="1"/>
                  </a:moveTo>
                  <a:cubicBezTo>
                    <a:pt x="126" y="0"/>
                    <a:pt x="122" y="0"/>
                    <a:pt x="118" y="0"/>
                  </a:cubicBezTo>
                  <a:cubicBezTo>
                    <a:pt x="83" y="0"/>
                    <a:pt x="51" y="16"/>
                    <a:pt x="30" y="40"/>
                  </a:cubicBezTo>
                  <a:cubicBezTo>
                    <a:pt x="68" y="105"/>
                    <a:pt x="68" y="105"/>
                    <a:pt x="68" y="105"/>
                  </a:cubicBezTo>
                  <a:lnTo>
                    <a:pt x="130" y="1"/>
                  </a:lnTo>
                  <a:close/>
                  <a:moveTo>
                    <a:pt x="20" y="52"/>
                  </a:moveTo>
                  <a:cubicBezTo>
                    <a:pt x="7" y="71"/>
                    <a:pt x="0" y="94"/>
                    <a:pt x="0" y="118"/>
                  </a:cubicBezTo>
                  <a:cubicBezTo>
                    <a:pt x="0" y="130"/>
                    <a:pt x="2" y="142"/>
                    <a:pt x="5" y="153"/>
                  </a:cubicBezTo>
                  <a:cubicBezTo>
                    <a:pt x="81" y="153"/>
                    <a:pt x="81" y="153"/>
                    <a:pt x="81" y="153"/>
                  </a:cubicBezTo>
                  <a:lnTo>
                    <a:pt x="20" y="52"/>
                  </a:lnTo>
                  <a:close/>
                  <a:moveTo>
                    <a:pt x="225" y="68"/>
                  </a:moveTo>
                  <a:cubicBezTo>
                    <a:pt x="210" y="36"/>
                    <a:pt x="180" y="11"/>
                    <a:pt x="145" y="3"/>
                  </a:cubicBezTo>
                  <a:cubicBezTo>
                    <a:pt x="106" y="68"/>
                    <a:pt x="106" y="68"/>
                    <a:pt x="106" y="68"/>
                  </a:cubicBezTo>
                  <a:lnTo>
                    <a:pt x="225" y="68"/>
                  </a:lnTo>
                  <a:close/>
                  <a:moveTo>
                    <a:pt x="130" y="167"/>
                  </a:moveTo>
                  <a:cubicBezTo>
                    <a:pt x="11" y="167"/>
                    <a:pt x="11" y="167"/>
                    <a:pt x="11" y="167"/>
                  </a:cubicBezTo>
                  <a:cubicBezTo>
                    <a:pt x="26" y="201"/>
                    <a:pt x="58" y="227"/>
                    <a:pt x="96" y="234"/>
                  </a:cubicBezTo>
                  <a:cubicBezTo>
                    <a:pt x="93" y="232"/>
                    <a:pt x="93" y="232"/>
                    <a:pt x="93" y="232"/>
                  </a:cubicBezTo>
                  <a:lnTo>
                    <a:pt x="130" y="167"/>
                  </a:lnTo>
                  <a:close/>
                  <a:moveTo>
                    <a:pt x="230" y="82"/>
                  </a:moveTo>
                  <a:cubicBezTo>
                    <a:pt x="155" y="82"/>
                    <a:pt x="155" y="82"/>
                    <a:pt x="155" y="82"/>
                  </a:cubicBezTo>
                  <a:cubicBezTo>
                    <a:pt x="215" y="186"/>
                    <a:pt x="215" y="186"/>
                    <a:pt x="215" y="186"/>
                  </a:cubicBezTo>
                  <a:cubicBezTo>
                    <a:pt x="228" y="167"/>
                    <a:pt x="236" y="143"/>
                    <a:pt x="236" y="118"/>
                  </a:cubicBezTo>
                  <a:cubicBezTo>
                    <a:pt x="236" y="106"/>
                    <a:pt x="234" y="94"/>
                    <a:pt x="230" y="82"/>
                  </a:cubicBezTo>
                  <a:close/>
                  <a:moveTo>
                    <a:pt x="108" y="236"/>
                  </a:moveTo>
                  <a:cubicBezTo>
                    <a:pt x="111" y="236"/>
                    <a:pt x="115" y="236"/>
                    <a:pt x="118" y="236"/>
                  </a:cubicBezTo>
                  <a:cubicBezTo>
                    <a:pt x="152" y="236"/>
                    <a:pt x="183" y="221"/>
                    <a:pt x="205" y="198"/>
                  </a:cubicBezTo>
                  <a:cubicBezTo>
                    <a:pt x="167" y="132"/>
                    <a:pt x="167" y="132"/>
                    <a:pt x="167" y="132"/>
                  </a:cubicBezTo>
                  <a:lnTo>
                    <a:pt x="108" y="2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272606" y="1909136"/>
            <a:ext cx="896049" cy="896048"/>
            <a:chOff x="4272606" y="1909136"/>
            <a:chExt cx="896049" cy="896048"/>
          </a:xfrm>
        </p:grpSpPr>
        <p:sp>
          <p:nvSpPr>
            <p:cNvPr id="24" name="Oval 17"/>
            <p:cNvSpPr/>
            <p:nvPr/>
          </p:nvSpPr>
          <p:spPr>
            <a:xfrm>
              <a:off x="4272606" y="1909136"/>
              <a:ext cx="896049" cy="896048"/>
            </a:xfrm>
            <a:prstGeom prst="ellips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25" name="Freeform: Shape 78"/>
            <p:cNvSpPr/>
            <p:nvPr/>
          </p:nvSpPr>
          <p:spPr bwMode="auto">
            <a:xfrm>
              <a:off x="4495473" y="2141915"/>
              <a:ext cx="450314" cy="450313"/>
            </a:xfrm>
            <a:custGeom>
              <a:avLst/>
              <a:gdLst>
                <a:gd name="T0" fmla="*/ 118 w 236"/>
                <a:gd name="T1" fmla="*/ 142 h 236"/>
                <a:gd name="T2" fmla="*/ 142 w 236"/>
                <a:gd name="T3" fmla="*/ 118 h 236"/>
                <a:gd name="T4" fmla="*/ 137 w 236"/>
                <a:gd name="T5" fmla="*/ 105 h 236"/>
                <a:gd name="T6" fmla="*/ 118 w 236"/>
                <a:gd name="T7" fmla="*/ 95 h 236"/>
                <a:gd name="T8" fmla="*/ 99 w 236"/>
                <a:gd name="T9" fmla="*/ 105 h 236"/>
                <a:gd name="T10" fmla="*/ 94 w 236"/>
                <a:gd name="T11" fmla="*/ 118 h 236"/>
                <a:gd name="T12" fmla="*/ 118 w 236"/>
                <a:gd name="T13" fmla="*/ 142 h 236"/>
                <a:gd name="T14" fmla="*/ 170 w 236"/>
                <a:gd name="T15" fmla="*/ 89 h 236"/>
                <a:gd name="T16" fmla="*/ 170 w 236"/>
                <a:gd name="T17" fmla="*/ 70 h 236"/>
                <a:gd name="T18" fmla="*/ 170 w 236"/>
                <a:gd name="T19" fmla="*/ 67 h 236"/>
                <a:gd name="T20" fmla="*/ 167 w 236"/>
                <a:gd name="T21" fmla="*/ 67 h 236"/>
                <a:gd name="T22" fmla="*/ 147 w 236"/>
                <a:gd name="T23" fmla="*/ 67 h 236"/>
                <a:gd name="T24" fmla="*/ 147 w 236"/>
                <a:gd name="T25" fmla="*/ 90 h 236"/>
                <a:gd name="T26" fmla="*/ 170 w 236"/>
                <a:gd name="T27" fmla="*/ 89 h 236"/>
                <a:gd name="T28" fmla="*/ 118 w 236"/>
                <a:gd name="T29" fmla="*/ 0 h 236"/>
                <a:gd name="T30" fmla="*/ 0 w 236"/>
                <a:gd name="T31" fmla="*/ 118 h 236"/>
                <a:gd name="T32" fmla="*/ 118 w 236"/>
                <a:gd name="T33" fmla="*/ 236 h 236"/>
                <a:gd name="T34" fmla="*/ 236 w 236"/>
                <a:gd name="T35" fmla="*/ 118 h 236"/>
                <a:gd name="T36" fmla="*/ 118 w 236"/>
                <a:gd name="T37" fmla="*/ 0 h 236"/>
                <a:gd name="T38" fmla="*/ 185 w 236"/>
                <a:gd name="T39" fmla="*/ 105 h 236"/>
                <a:gd name="T40" fmla="*/ 185 w 236"/>
                <a:gd name="T41" fmla="*/ 160 h 236"/>
                <a:gd name="T42" fmla="*/ 159 w 236"/>
                <a:gd name="T43" fmla="*/ 186 h 236"/>
                <a:gd name="T44" fmla="*/ 77 w 236"/>
                <a:gd name="T45" fmla="*/ 186 h 236"/>
                <a:gd name="T46" fmla="*/ 51 w 236"/>
                <a:gd name="T47" fmla="*/ 160 h 236"/>
                <a:gd name="T48" fmla="*/ 51 w 236"/>
                <a:gd name="T49" fmla="*/ 105 h 236"/>
                <a:gd name="T50" fmla="*/ 51 w 236"/>
                <a:gd name="T51" fmla="*/ 77 h 236"/>
                <a:gd name="T52" fmla="*/ 77 w 236"/>
                <a:gd name="T53" fmla="*/ 51 h 236"/>
                <a:gd name="T54" fmla="*/ 159 w 236"/>
                <a:gd name="T55" fmla="*/ 51 h 236"/>
                <a:gd name="T56" fmla="*/ 185 w 236"/>
                <a:gd name="T57" fmla="*/ 77 h 236"/>
                <a:gd name="T58" fmla="*/ 185 w 236"/>
                <a:gd name="T59" fmla="*/ 105 h 236"/>
                <a:gd name="T60" fmla="*/ 155 w 236"/>
                <a:gd name="T61" fmla="*/ 118 h 236"/>
                <a:gd name="T62" fmla="*/ 118 w 236"/>
                <a:gd name="T63" fmla="*/ 155 h 236"/>
                <a:gd name="T64" fmla="*/ 81 w 236"/>
                <a:gd name="T65" fmla="*/ 118 h 236"/>
                <a:gd name="T66" fmla="*/ 84 w 236"/>
                <a:gd name="T67" fmla="*/ 105 h 236"/>
                <a:gd name="T68" fmla="*/ 64 w 236"/>
                <a:gd name="T69" fmla="*/ 105 h 236"/>
                <a:gd name="T70" fmla="*/ 64 w 236"/>
                <a:gd name="T71" fmla="*/ 160 h 236"/>
                <a:gd name="T72" fmla="*/ 77 w 236"/>
                <a:gd name="T73" fmla="*/ 172 h 236"/>
                <a:gd name="T74" fmla="*/ 159 w 236"/>
                <a:gd name="T75" fmla="*/ 172 h 236"/>
                <a:gd name="T76" fmla="*/ 172 w 236"/>
                <a:gd name="T77" fmla="*/ 160 h 236"/>
                <a:gd name="T78" fmla="*/ 172 w 236"/>
                <a:gd name="T79" fmla="*/ 105 h 236"/>
                <a:gd name="T80" fmla="*/ 152 w 236"/>
                <a:gd name="T81" fmla="*/ 105 h 236"/>
                <a:gd name="T82" fmla="*/ 155 w 236"/>
                <a:gd name="T83" fmla="*/ 118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6" h="236">
                  <a:moveTo>
                    <a:pt x="118" y="142"/>
                  </a:moveTo>
                  <a:cubicBezTo>
                    <a:pt x="131" y="142"/>
                    <a:pt x="142" y="131"/>
                    <a:pt x="142" y="118"/>
                  </a:cubicBezTo>
                  <a:cubicBezTo>
                    <a:pt x="142" y="113"/>
                    <a:pt x="140" y="108"/>
                    <a:pt x="137" y="105"/>
                  </a:cubicBezTo>
                  <a:cubicBezTo>
                    <a:pt x="133" y="99"/>
                    <a:pt x="126" y="95"/>
                    <a:pt x="118" y="95"/>
                  </a:cubicBezTo>
                  <a:cubicBezTo>
                    <a:pt x="110" y="95"/>
                    <a:pt x="103" y="99"/>
                    <a:pt x="99" y="105"/>
                  </a:cubicBezTo>
                  <a:cubicBezTo>
                    <a:pt x="96" y="108"/>
                    <a:pt x="94" y="113"/>
                    <a:pt x="94" y="118"/>
                  </a:cubicBezTo>
                  <a:cubicBezTo>
                    <a:pt x="94" y="131"/>
                    <a:pt x="105" y="142"/>
                    <a:pt x="118" y="142"/>
                  </a:cubicBezTo>
                  <a:close/>
                  <a:moveTo>
                    <a:pt x="170" y="89"/>
                  </a:moveTo>
                  <a:cubicBezTo>
                    <a:pt x="170" y="70"/>
                    <a:pt x="170" y="70"/>
                    <a:pt x="170" y="70"/>
                  </a:cubicBezTo>
                  <a:cubicBezTo>
                    <a:pt x="170" y="67"/>
                    <a:pt x="170" y="67"/>
                    <a:pt x="170" y="67"/>
                  </a:cubicBezTo>
                  <a:cubicBezTo>
                    <a:pt x="167" y="67"/>
                    <a:pt x="167" y="67"/>
                    <a:pt x="167" y="67"/>
                  </a:cubicBezTo>
                  <a:cubicBezTo>
                    <a:pt x="147" y="67"/>
                    <a:pt x="147" y="67"/>
                    <a:pt x="147" y="67"/>
                  </a:cubicBezTo>
                  <a:cubicBezTo>
                    <a:pt x="147" y="90"/>
                    <a:pt x="147" y="90"/>
                    <a:pt x="147" y="90"/>
                  </a:cubicBezTo>
                  <a:lnTo>
                    <a:pt x="170" y="89"/>
                  </a:lnTo>
                  <a:close/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cubicBezTo>
                    <a:pt x="0" y="183"/>
                    <a:pt x="53" y="236"/>
                    <a:pt x="118" y="236"/>
                  </a:cubicBezTo>
                  <a:cubicBezTo>
                    <a:pt x="183" y="236"/>
                    <a:pt x="236" y="183"/>
                    <a:pt x="236" y="118"/>
                  </a:cubicBezTo>
                  <a:cubicBezTo>
                    <a:pt x="236" y="53"/>
                    <a:pt x="183" y="0"/>
                    <a:pt x="118" y="0"/>
                  </a:cubicBezTo>
                  <a:close/>
                  <a:moveTo>
                    <a:pt x="185" y="105"/>
                  </a:moveTo>
                  <a:cubicBezTo>
                    <a:pt x="185" y="160"/>
                    <a:pt x="185" y="160"/>
                    <a:pt x="185" y="160"/>
                  </a:cubicBezTo>
                  <a:cubicBezTo>
                    <a:pt x="185" y="174"/>
                    <a:pt x="173" y="186"/>
                    <a:pt x="159" y="186"/>
                  </a:cubicBezTo>
                  <a:cubicBezTo>
                    <a:pt x="77" y="186"/>
                    <a:pt x="77" y="186"/>
                    <a:pt x="77" y="186"/>
                  </a:cubicBezTo>
                  <a:cubicBezTo>
                    <a:pt x="62" y="186"/>
                    <a:pt x="51" y="174"/>
                    <a:pt x="51" y="160"/>
                  </a:cubicBezTo>
                  <a:cubicBezTo>
                    <a:pt x="51" y="105"/>
                    <a:pt x="51" y="105"/>
                    <a:pt x="51" y="105"/>
                  </a:cubicBezTo>
                  <a:cubicBezTo>
                    <a:pt x="51" y="77"/>
                    <a:pt x="51" y="77"/>
                    <a:pt x="51" y="77"/>
                  </a:cubicBezTo>
                  <a:cubicBezTo>
                    <a:pt x="51" y="63"/>
                    <a:pt x="62" y="51"/>
                    <a:pt x="77" y="51"/>
                  </a:cubicBezTo>
                  <a:cubicBezTo>
                    <a:pt x="159" y="51"/>
                    <a:pt x="159" y="51"/>
                    <a:pt x="159" y="51"/>
                  </a:cubicBezTo>
                  <a:cubicBezTo>
                    <a:pt x="173" y="51"/>
                    <a:pt x="185" y="63"/>
                    <a:pt x="185" y="77"/>
                  </a:cubicBezTo>
                  <a:lnTo>
                    <a:pt x="185" y="105"/>
                  </a:lnTo>
                  <a:close/>
                  <a:moveTo>
                    <a:pt x="155" y="118"/>
                  </a:moveTo>
                  <a:cubicBezTo>
                    <a:pt x="155" y="139"/>
                    <a:pt x="138" y="155"/>
                    <a:pt x="118" y="155"/>
                  </a:cubicBezTo>
                  <a:cubicBezTo>
                    <a:pt x="98" y="155"/>
                    <a:pt x="81" y="139"/>
                    <a:pt x="81" y="118"/>
                  </a:cubicBezTo>
                  <a:cubicBezTo>
                    <a:pt x="81" y="114"/>
                    <a:pt x="82" y="109"/>
                    <a:pt x="84" y="105"/>
                  </a:cubicBezTo>
                  <a:cubicBezTo>
                    <a:pt x="64" y="105"/>
                    <a:pt x="64" y="105"/>
                    <a:pt x="64" y="105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4" y="167"/>
                    <a:pt x="70" y="172"/>
                    <a:pt x="77" y="172"/>
                  </a:cubicBezTo>
                  <a:cubicBezTo>
                    <a:pt x="159" y="172"/>
                    <a:pt x="159" y="172"/>
                    <a:pt x="159" y="172"/>
                  </a:cubicBezTo>
                  <a:cubicBezTo>
                    <a:pt x="166" y="172"/>
                    <a:pt x="172" y="167"/>
                    <a:pt x="172" y="160"/>
                  </a:cubicBezTo>
                  <a:cubicBezTo>
                    <a:pt x="172" y="105"/>
                    <a:pt x="172" y="105"/>
                    <a:pt x="172" y="105"/>
                  </a:cubicBezTo>
                  <a:cubicBezTo>
                    <a:pt x="152" y="105"/>
                    <a:pt x="152" y="105"/>
                    <a:pt x="152" y="105"/>
                  </a:cubicBezTo>
                  <a:cubicBezTo>
                    <a:pt x="154" y="109"/>
                    <a:pt x="155" y="114"/>
                    <a:pt x="155" y="11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sp>
        <p:nvSpPr>
          <p:cNvPr id="26" name="矩形: 圆角 18"/>
          <p:cNvSpPr/>
          <p:nvPr/>
        </p:nvSpPr>
        <p:spPr>
          <a:xfrm>
            <a:off x="971550" y="3200400"/>
            <a:ext cx="1995011" cy="2627086"/>
          </a:xfrm>
          <a:prstGeom prst="roundRect">
            <a:avLst/>
          </a:prstGeom>
          <a:noFill/>
          <a:ln>
            <a:solidFill>
              <a:srgbClr val="005F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矩形: 圆角 19"/>
          <p:cNvSpPr/>
          <p:nvPr/>
        </p:nvSpPr>
        <p:spPr>
          <a:xfrm>
            <a:off x="3723125" y="3200400"/>
            <a:ext cx="1995011" cy="2627086"/>
          </a:xfrm>
          <a:prstGeom prst="roundRect">
            <a:avLst/>
          </a:prstGeom>
          <a:noFill/>
          <a:ln>
            <a:solidFill>
              <a:srgbClr val="005F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矩形: 圆角 20"/>
          <p:cNvSpPr/>
          <p:nvPr/>
        </p:nvSpPr>
        <p:spPr>
          <a:xfrm>
            <a:off x="6474700" y="3200400"/>
            <a:ext cx="1995011" cy="2627086"/>
          </a:xfrm>
          <a:prstGeom prst="roundRect">
            <a:avLst/>
          </a:prstGeom>
          <a:noFill/>
          <a:ln>
            <a:solidFill>
              <a:srgbClr val="005F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9" name="直接连接符 28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<p:cNvCxnSpPr/>
          <p:nvPr/>
        </p:nvCxnSpPr>
        <p:spPr>
          <a:xfrm>
            <a:off x="1796991" y="3967945"/>
            <a:ext cx="344129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<p:cNvCxnSpPr/>
          <p:nvPr/>
        </p:nvCxnSpPr>
        <p:spPr>
          <a:xfrm>
            <a:off x="4548566" y="3967945"/>
            <a:ext cx="344129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<p:cNvCxnSpPr/>
          <p:nvPr/>
        </p:nvCxnSpPr>
        <p:spPr>
          <a:xfrm>
            <a:off x="7300141" y="3967945"/>
            <a:ext cx="344129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/>
          <p:cNvGrpSpPr/>
          <p:nvPr/>
        </p:nvGrpSpPr>
        <p:grpSpPr>
          <a:xfrm>
            <a:off x="8519952" y="2222062"/>
            <a:ext cx="504536" cy="270200"/>
            <a:chOff x="7161669" y="2232948"/>
            <a:chExt cx="504536" cy="270200"/>
          </a:xfrm>
          <a:solidFill>
            <a:srgbClr val="005FA5"/>
          </a:solidFill>
        </p:grpSpPr>
        <p:sp>
          <p:nvSpPr>
            <p:cNvPr id="35" name="Arrow: Chevron 35"/>
            <p:cNvSpPr/>
            <p:nvPr/>
          </p:nvSpPr>
          <p:spPr>
            <a:xfrm>
              <a:off x="7161669" y="2232948"/>
              <a:ext cx="228802" cy="270200"/>
            </a:xfrm>
            <a:prstGeom prst="chevron">
              <a:avLst>
                <a:gd name="adj" fmla="val 6014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6" name="Arrow: Chevron 36"/>
            <p:cNvSpPr/>
            <p:nvPr/>
          </p:nvSpPr>
          <p:spPr>
            <a:xfrm>
              <a:off x="7299535" y="2232948"/>
              <a:ext cx="228802" cy="270200"/>
            </a:xfrm>
            <a:prstGeom prst="chevron">
              <a:avLst>
                <a:gd name="adj" fmla="val 6014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7" name="Arrow: Chevron 37"/>
            <p:cNvSpPr/>
            <p:nvPr/>
          </p:nvSpPr>
          <p:spPr>
            <a:xfrm>
              <a:off x="7437403" y="2232948"/>
              <a:ext cx="228802" cy="270200"/>
            </a:xfrm>
            <a:prstGeom prst="chevron">
              <a:avLst>
                <a:gd name="adj" fmla="val 6014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sp>
        <p:nvSpPr>
          <p:cNvPr id="38" name="矩形: 圆角 28"/>
          <p:cNvSpPr/>
          <p:nvPr/>
        </p:nvSpPr>
        <p:spPr>
          <a:xfrm>
            <a:off x="9226275" y="3200400"/>
            <a:ext cx="1995011" cy="2627086"/>
          </a:xfrm>
          <a:prstGeom prst="roundRect">
            <a:avLst/>
          </a:prstGeom>
          <a:noFill/>
          <a:ln>
            <a:solidFill>
              <a:srgbClr val="005F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39" name="直接连接符 38" descr="e7d195523061f1c09e9d68d7cf438b91ef959ecb14fc25d26BBA7F7DBC18E55DFF4014AF651F0BF2569D4B6C1DA7F1A4683A481403BD872FC687266AD13265C1DE7C373772FD8728ABDD69ADD03BFF5BE2862BC891DBB79E43A8244B4D7DEEF5A1BFB79ED4015C912F9C8B85E44C1E1FAF45D4C71B4D8047555824264C2F16A606196D84073B0BC612CE1BA227542E4A"/>
          <p:cNvCxnSpPr/>
          <p:nvPr/>
        </p:nvCxnSpPr>
        <p:spPr>
          <a:xfrm>
            <a:off x="10051716" y="3967945"/>
            <a:ext cx="344129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组合 39"/>
          <p:cNvGrpSpPr/>
          <p:nvPr/>
        </p:nvGrpSpPr>
        <p:grpSpPr>
          <a:xfrm>
            <a:off x="9775756" y="1909136"/>
            <a:ext cx="896049" cy="896048"/>
            <a:chOff x="9775756" y="1909136"/>
            <a:chExt cx="896049" cy="896048"/>
          </a:xfrm>
        </p:grpSpPr>
        <p:sp>
          <p:nvSpPr>
            <p:cNvPr id="41" name="Oval 26"/>
            <p:cNvSpPr/>
            <p:nvPr/>
          </p:nvSpPr>
          <p:spPr>
            <a:xfrm>
              <a:off x="9775756" y="1909136"/>
              <a:ext cx="896049" cy="896048"/>
            </a:xfrm>
            <a:prstGeom prst="ellipse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cs typeface="+mn-ea"/>
                <a:sym typeface="+mn-lt"/>
              </a:endParaRPr>
            </a:p>
          </p:txBody>
        </p:sp>
        <p:sp>
          <p:nvSpPr>
            <p:cNvPr id="51" name="AutoShape 59"/>
            <p:cNvSpPr/>
            <p:nvPr/>
          </p:nvSpPr>
          <p:spPr bwMode="auto">
            <a:xfrm>
              <a:off x="10037361" y="2141915"/>
              <a:ext cx="372839" cy="371197"/>
            </a:xfrm>
            <a:custGeom>
              <a:avLst/>
              <a:gdLst>
                <a:gd name="T0" fmla="+- 0 10794 23"/>
                <a:gd name="T1" fmla="*/ T0 w 21543"/>
                <a:gd name="T2" fmla="*/ 10800 h 21600"/>
                <a:gd name="T3" fmla="+- 0 10794 23"/>
                <a:gd name="T4" fmla="*/ T3 w 21543"/>
                <a:gd name="T5" fmla="*/ 10800 h 21600"/>
                <a:gd name="T6" fmla="+- 0 10794 23"/>
                <a:gd name="T7" fmla="*/ T6 w 21543"/>
                <a:gd name="T8" fmla="*/ 10800 h 21600"/>
                <a:gd name="T9" fmla="+- 0 10794 23"/>
                <a:gd name="T10" fmla="*/ T9 w 21543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543" h="21600">
                  <a:moveTo>
                    <a:pt x="16976" y="19986"/>
                  </a:moveTo>
                  <a:lnTo>
                    <a:pt x="11226" y="17680"/>
                  </a:lnTo>
                  <a:cubicBezTo>
                    <a:pt x="11088" y="17626"/>
                    <a:pt x="10946" y="17608"/>
                    <a:pt x="10806" y="17600"/>
                  </a:cubicBezTo>
                  <a:lnTo>
                    <a:pt x="19660" y="3837"/>
                  </a:lnTo>
                  <a:cubicBezTo>
                    <a:pt x="19660" y="3837"/>
                    <a:pt x="16976" y="19986"/>
                    <a:pt x="16976" y="19986"/>
                  </a:cubicBezTo>
                  <a:close/>
                  <a:moveTo>
                    <a:pt x="6859" y="16244"/>
                  </a:moveTo>
                  <a:cubicBezTo>
                    <a:pt x="6858" y="16242"/>
                    <a:pt x="6855" y="16240"/>
                    <a:pt x="6854" y="16238"/>
                  </a:cubicBezTo>
                  <a:lnTo>
                    <a:pt x="19606" y="2552"/>
                  </a:lnTo>
                  <a:lnTo>
                    <a:pt x="8735" y="19536"/>
                  </a:lnTo>
                  <a:cubicBezTo>
                    <a:pt x="8735" y="19536"/>
                    <a:pt x="6859" y="16244"/>
                    <a:pt x="6859" y="16244"/>
                  </a:cubicBezTo>
                  <a:close/>
                  <a:moveTo>
                    <a:pt x="2111" y="14024"/>
                  </a:moveTo>
                  <a:lnTo>
                    <a:pt x="17712" y="3595"/>
                  </a:lnTo>
                  <a:lnTo>
                    <a:pt x="6369" y="15770"/>
                  </a:lnTo>
                  <a:cubicBezTo>
                    <a:pt x="6309" y="15734"/>
                    <a:pt x="6256" y="15687"/>
                    <a:pt x="6190" y="15660"/>
                  </a:cubicBezTo>
                  <a:cubicBezTo>
                    <a:pt x="6190" y="15660"/>
                    <a:pt x="2111" y="14024"/>
                    <a:pt x="2111" y="14024"/>
                  </a:cubicBezTo>
                  <a:close/>
                  <a:moveTo>
                    <a:pt x="21234" y="108"/>
                  </a:moveTo>
                  <a:cubicBezTo>
                    <a:pt x="21123" y="35"/>
                    <a:pt x="20996" y="0"/>
                    <a:pt x="20868" y="0"/>
                  </a:cubicBezTo>
                  <a:cubicBezTo>
                    <a:pt x="20738" y="0"/>
                    <a:pt x="20608" y="36"/>
                    <a:pt x="20495" y="113"/>
                  </a:cubicBezTo>
                  <a:lnTo>
                    <a:pt x="299" y="13613"/>
                  </a:lnTo>
                  <a:cubicBezTo>
                    <a:pt x="91" y="13751"/>
                    <a:pt x="-23" y="13995"/>
                    <a:pt x="3" y="14244"/>
                  </a:cubicBezTo>
                  <a:cubicBezTo>
                    <a:pt x="28" y="14494"/>
                    <a:pt x="190" y="14708"/>
                    <a:pt x="422" y="14801"/>
                  </a:cubicBezTo>
                  <a:lnTo>
                    <a:pt x="5689" y="16914"/>
                  </a:lnTo>
                  <a:lnTo>
                    <a:pt x="8166" y="21259"/>
                  </a:lnTo>
                  <a:cubicBezTo>
                    <a:pt x="8284" y="21468"/>
                    <a:pt x="8505" y="21597"/>
                    <a:pt x="8743" y="21599"/>
                  </a:cubicBezTo>
                  <a:lnTo>
                    <a:pt x="8751" y="21599"/>
                  </a:lnTo>
                  <a:cubicBezTo>
                    <a:pt x="8987" y="21599"/>
                    <a:pt x="9206" y="21474"/>
                    <a:pt x="9328" y="21271"/>
                  </a:cubicBezTo>
                  <a:lnTo>
                    <a:pt x="10726" y="18934"/>
                  </a:lnTo>
                  <a:lnTo>
                    <a:pt x="17253" y="21551"/>
                  </a:lnTo>
                  <a:cubicBezTo>
                    <a:pt x="17332" y="21584"/>
                    <a:pt x="17418" y="21599"/>
                    <a:pt x="17502" y="21599"/>
                  </a:cubicBezTo>
                  <a:cubicBezTo>
                    <a:pt x="17617" y="21599"/>
                    <a:pt x="17731" y="21571"/>
                    <a:pt x="17832" y="21512"/>
                  </a:cubicBezTo>
                  <a:cubicBezTo>
                    <a:pt x="18010" y="21412"/>
                    <a:pt x="18133" y="21238"/>
                    <a:pt x="18167" y="21035"/>
                  </a:cubicBezTo>
                  <a:lnTo>
                    <a:pt x="21533" y="785"/>
                  </a:lnTo>
                  <a:cubicBezTo>
                    <a:pt x="21576" y="520"/>
                    <a:pt x="21459" y="254"/>
                    <a:pt x="21234" y="108"/>
                  </a:cubicBezTo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txBody>
            <a:bodyPr lIns="19050" tIns="19050" rIns="19050" bIns="19050" anchor="ctr"/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52" name="Text Box 10"/>
          <p:cNvSpPr txBox="1">
            <a:spLocks noChangeArrowheads="1"/>
          </p:cNvSpPr>
          <p:nvPr/>
        </p:nvSpPr>
        <p:spPr bwMode="auto">
          <a:xfrm>
            <a:off x="1132930" y="4114763"/>
            <a:ext cx="1672251" cy="14184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1112646" y="3473244"/>
            <a:ext cx="1712818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54" name="Text Box 10"/>
          <p:cNvSpPr txBox="1">
            <a:spLocks noChangeArrowheads="1"/>
          </p:cNvSpPr>
          <p:nvPr/>
        </p:nvSpPr>
        <p:spPr bwMode="auto">
          <a:xfrm>
            <a:off x="3884505" y="4114763"/>
            <a:ext cx="1672251" cy="14184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3864221" y="3473244"/>
            <a:ext cx="1712818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56" name="Text Box 10"/>
          <p:cNvSpPr txBox="1">
            <a:spLocks noChangeArrowheads="1"/>
          </p:cNvSpPr>
          <p:nvPr/>
        </p:nvSpPr>
        <p:spPr bwMode="auto">
          <a:xfrm>
            <a:off x="6636080" y="4114763"/>
            <a:ext cx="1672251" cy="14184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6615796" y="3473244"/>
            <a:ext cx="1712818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58" name="Text Box 10"/>
          <p:cNvSpPr txBox="1">
            <a:spLocks noChangeArrowheads="1"/>
          </p:cNvSpPr>
          <p:nvPr/>
        </p:nvSpPr>
        <p:spPr bwMode="auto">
          <a:xfrm>
            <a:off x="9387655" y="4114763"/>
            <a:ext cx="1672251" cy="14184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450975">
              <a:lnSpc>
                <a:spcPct val="150000"/>
              </a:lnSpc>
            </a:pPr>
            <a:r>
              <a:rPr lang="zh-CN" altLang="en-US" sz="1200" dirty="0">
                <a:cs typeface="+mn-ea"/>
                <a:sym typeface="+mn-lt"/>
              </a:rPr>
              <a:t>本模板内所有图片及字体仅供参考，请根据您的实际情况进行替换或更改，并根据实际情况编辑文字内容。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9367371" y="3473244"/>
            <a:ext cx="1712818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cs typeface="+mn-ea"/>
                <a:sym typeface="+mn-lt"/>
              </a:rPr>
              <a:t>输入小标题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60" name="Footer Text"/>
          <p:cNvSpPr txBox="1"/>
          <p:nvPr/>
        </p:nvSpPr>
        <p:spPr>
          <a:xfrm>
            <a:off x="1343247" y="710205"/>
            <a:ext cx="329562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cs typeface="+mn-ea"/>
                <a:sym typeface="+mn-lt"/>
              </a:rPr>
              <a:t>论文总结与启示</a:t>
            </a:r>
            <a:endParaRPr lang="zh-CN" altLang="en-US" sz="2800" dirty="0">
              <a:cs typeface="+mn-ea"/>
              <a:sym typeface="+mn-lt"/>
            </a:endParaRPr>
          </a:p>
        </p:txBody>
      </p:sp>
      <p:pic>
        <p:nvPicPr>
          <p:cNvPr id="62" name="图片 61" descr="005Rm9jOly4grelek7dmbj30u00u0k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95325" y="601345"/>
            <a:ext cx="6477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6589" t="2517" r="8201" b="13635"/>
          <a:stretch>
            <a:fillRect/>
          </a:stretch>
        </p:blipFill>
        <p:spPr>
          <a:xfrm>
            <a:off x="436245" y="390525"/>
            <a:ext cx="11319510" cy="6083300"/>
          </a:xfrm>
          <a:prstGeom prst="rect">
            <a:avLst/>
          </a:prstGeom>
        </p:spPr>
      </p:pic>
      <p:grpSp>
        <p:nvGrpSpPr>
          <p:cNvPr id="7" name="组合 6"/>
          <p:cNvGrpSpPr/>
          <p:nvPr userDrawn="1"/>
        </p:nvGrpSpPr>
        <p:grpSpPr>
          <a:xfrm>
            <a:off x="-28955" y="1"/>
            <a:ext cx="12249910" cy="6858000"/>
            <a:chOff x="-28955" y="1"/>
            <a:chExt cx="12249910" cy="6858000"/>
          </a:xfrm>
        </p:grpSpPr>
        <p:sp>
          <p:nvSpPr>
            <p:cNvPr id="8" name="矩形 7"/>
            <p:cNvSpPr/>
            <p:nvPr/>
          </p:nvSpPr>
          <p:spPr>
            <a:xfrm>
              <a:off x="436306" y="390832"/>
              <a:ext cx="11319388" cy="607633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9607347" y="1"/>
              <a:ext cx="2613608" cy="2014383"/>
            </a:xfrm>
            <a:custGeom>
              <a:avLst/>
              <a:gdLst>
                <a:gd name="connsiteX0" fmla="*/ 4903 w 2613608"/>
                <a:gd name="connsiteY0" fmla="*/ 0 h 2014383"/>
                <a:gd name="connsiteX1" fmla="*/ 2613608 w 2613608"/>
                <a:gd name="connsiteY1" fmla="*/ 0 h 2014383"/>
                <a:gd name="connsiteX2" fmla="*/ 2613608 w 2613608"/>
                <a:gd name="connsiteY2" fmla="*/ 1882005 h 2014383"/>
                <a:gd name="connsiteX3" fmla="*/ 2487433 w 2613608"/>
                <a:gd name="connsiteY3" fmla="*/ 1928185 h 2014383"/>
                <a:gd name="connsiteX4" fmla="*/ 1917290 w 2613608"/>
                <a:gd name="connsiteY4" fmla="*/ 2014383 h 2014383"/>
                <a:gd name="connsiteX5" fmla="*/ 0 w 2613608"/>
                <a:gd name="connsiteY5" fmla="*/ 97093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3608" h="2014383">
                  <a:moveTo>
                    <a:pt x="4903" y="0"/>
                  </a:moveTo>
                  <a:lnTo>
                    <a:pt x="2613608" y="0"/>
                  </a:lnTo>
                  <a:lnTo>
                    <a:pt x="2613608" y="1882005"/>
                  </a:lnTo>
                  <a:lnTo>
                    <a:pt x="2487433" y="1928185"/>
                  </a:lnTo>
                  <a:cubicBezTo>
                    <a:pt x="2307325" y="1984205"/>
                    <a:pt x="2115832" y="2014383"/>
                    <a:pt x="1917290" y="2014383"/>
                  </a:cubicBezTo>
                  <a:cubicBezTo>
                    <a:pt x="858400" y="2014383"/>
                    <a:pt x="0" y="1155983"/>
                    <a:pt x="0" y="97093"/>
                  </a:cubicBezTo>
                  <a:close/>
                </a:path>
              </a:pathLst>
            </a:cu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-28955" y="4843618"/>
              <a:ext cx="2613608" cy="2014383"/>
            </a:xfrm>
            <a:custGeom>
              <a:avLst/>
              <a:gdLst>
                <a:gd name="connsiteX0" fmla="*/ 696318 w 2613608"/>
                <a:gd name="connsiteY0" fmla="*/ 0 h 2014383"/>
                <a:gd name="connsiteX1" fmla="*/ 2613608 w 2613608"/>
                <a:gd name="connsiteY1" fmla="*/ 1917290 h 2014383"/>
                <a:gd name="connsiteX2" fmla="*/ 2608705 w 2613608"/>
                <a:gd name="connsiteY2" fmla="*/ 2014383 h 2014383"/>
                <a:gd name="connsiteX3" fmla="*/ 0 w 2613608"/>
                <a:gd name="connsiteY3" fmla="*/ 2014383 h 2014383"/>
                <a:gd name="connsiteX4" fmla="*/ 0 w 2613608"/>
                <a:gd name="connsiteY4" fmla="*/ 132378 h 2014383"/>
                <a:gd name="connsiteX5" fmla="*/ 126175 w 2613608"/>
                <a:gd name="connsiteY5" fmla="*/ 86198 h 2014383"/>
                <a:gd name="connsiteX6" fmla="*/ 696318 w 2613608"/>
                <a:gd name="connsiteY6" fmla="*/ 0 h 2014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13608" h="2014383">
                  <a:moveTo>
                    <a:pt x="696318" y="0"/>
                  </a:moveTo>
                  <a:cubicBezTo>
                    <a:pt x="1755208" y="0"/>
                    <a:pt x="2613608" y="858400"/>
                    <a:pt x="2613608" y="1917290"/>
                  </a:cubicBezTo>
                  <a:lnTo>
                    <a:pt x="2608705" y="2014383"/>
                  </a:lnTo>
                  <a:lnTo>
                    <a:pt x="0" y="2014383"/>
                  </a:lnTo>
                  <a:lnTo>
                    <a:pt x="0" y="132378"/>
                  </a:lnTo>
                  <a:lnTo>
                    <a:pt x="126175" y="86198"/>
                  </a:lnTo>
                  <a:cubicBezTo>
                    <a:pt x="306283" y="30178"/>
                    <a:pt x="497776" y="0"/>
                    <a:pt x="696318" y="0"/>
                  </a:cubicBezTo>
                  <a:close/>
                </a:path>
              </a:pathLst>
            </a:cu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2824706" y="5922253"/>
              <a:ext cx="935747" cy="935747"/>
            </a:xfrm>
            <a:prstGeom prst="ellipse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11662673" y="499894"/>
              <a:ext cx="186041" cy="1133803"/>
              <a:chOff x="5559847" y="2479549"/>
              <a:chExt cx="521110" cy="3175843"/>
            </a:xfrm>
            <a:solidFill>
              <a:schemeClr val="accent1"/>
            </a:solidFill>
          </p:grpSpPr>
          <p:sp>
            <p:nvSpPr>
              <p:cNvPr id="20" name="等腰三角形 19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3" name="等腰三角形 22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4" name="等腰三角形 23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371707" y="5333365"/>
              <a:ext cx="186041" cy="1133803"/>
              <a:chOff x="5559847" y="2479549"/>
              <a:chExt cx="521110" cy="3175843"/>
            </a:xfrm>
            <a:solidFill>
              <a:schemeClr val="accent1"/>
            </a:solidFill>
          </p:grpSpPr>
          <p:sp>
            <p:nvSpPr>
              <p:cNvPr id="15" name="等腰三角形 14"/>
              <p:cNvSpPr/>
              <p:nvPr/>
            </p:nvSpPr>
            <p:spPr>
              <a:xfrm>
                <a:off x="5559847" y="247954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6" name="等腰三角形 15"/>
              <p:cNvSpPr/>
              <p:nvPr/>
            </p:nvSpPr>
            <p:spPr>
              <a:xfrm>
                <a:off x="5559847" y="3161202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7" name="等腰三角形 16"/>
              <p:cNvSpPr/>
              <p:nvPr/>
            </p:nvSpPr>
            <p:spPr>
              <a:xfrm>
                <a:off x="5559847" y="3842855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8" name="等腰三角形 17"/>
              <p:cNvSpPr/>
              <p:nvPr/>
            </p:nvSpPr>
            <p:spPr>
              <a:xfrm>
                <a:off x="5559847" y="4524508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9" name="等腰三角形 18"/>
              <p:cNvSpPr/>
              <p:nvPr/>
            </p:nvSpPr>
            <p:spPr>
              <a:xfrm>
                <a:off x="5559847" y="5206159"/>
                <a:ext cx="521110" cy="449233"/>
              </a:xfrm>
              <a:prstGeom prst="triangle">
                <a:avLst/>
              </a:prstGeom>
              <a:solidFill>
                <a:srgbClr val="005F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5" name="组合 24"/>
          <p:cNvGrpSpPr/>
          <p:nvPr userDrawn="1"/>
        </p:nvGrpSpPr>
        <p:grpSpPr>
          <a:xfrm>
            <a:off x="10757221" y="5846823"/>
            <a:ext cx="767416" cy="433219"/>
            <a:chOff x="4468761" y="1799303"/>
            <a:chExt cx="914400" cy="516194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6" name="矩形 25"/>
            <p:cNvSpPr/>
            <p:nvPr/>
          </p:nvSpPr>
          <p:spPr>
            <a:xfrm>
              <a:off x="4468761" y="1799303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4468761" y="1999942"/>
              <a:ext cx="914400" cy="114917"/>
            </a:xfrm>
            <a:prstGeom prst="rect">
              <a:avLst/>
            </a:prstGeom>
            <a:solidFill>
              <a:srgbClr val="005F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4468761" y="2200580"/>
              <a:ext cx="914400" cy="114917"/>
            </a:xfrm>
            <a:prstGeom prst="rect">
              <a:avLst/>
            </a:prstGeom>
            <a:solidFill>
              <a:srgbClr val="BAE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pic>
        <p:nvPicPr>
          <p:cNvPr id="45" name="图片 4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25" y="565785"/>
            <a:ext cx="2464435" cy="707390"/>
          </a:xfrm>
          <a:prstGeom prst="rect">
            <a:avLst/>
          </a:prstGeom>
        </p:spPr>
      </p:pic>
      <p:sp>
        <p:nvSpPr>
          <p:cNvPr id="2" name="矩形: 圆角 4"/>
          <p:cNvSpPr/>
          <p:nvPr>
            <p:custDataLst>
              <p:tags r:id="rId3"/>
            </p:custDataLst>
          </p:nvPr>
        </p:nvSpPr>
        <p:spPr>
          <a:xfrm>
            <a:off x="921385" y="2152650"/>
            <a:ext cx="10354945" cy="2596515"/>
          </a:xfrm>
          <a:prstGeom prst="roundRect">
            <a:avLst>
              <a:gd name="adj" fmla="val 0"/>
            </a:avLst>
          </a:prstGeom>
          <a:solidFill>
            <a:srgbClr val="FFFFFF">
              <a:alpha val="79000"/>
            </a:srgbClr>
          </a:solidFill>
          <a:ln w="28575" cmpd="sng">
            <a:noFill/>
            <a:prstDash val="solid"/>
          </a:ln>
          <a:effectLst>
            <a:outerShdw blurRad="127000" dist="25400" dir="2700000" algn="t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dirty="0">
              <a:solidFill>
                <a:schemeClr val="dk1"/>
              </a:solidFill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294317" y="2478826"/>
            <a:ext cx="7603367" cy="10667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5400" b="1" spc="300" dirty="0">
                <a:solidFill>
                  <a:srgbClr val="005FA5"/>
                </a:solidFill>
                <a:effectLst/>
                <a:latin typeface="+mj-ea"/>
                <a:ea typeface="+mj-ea"/>
                <a:sym typeface="+mn-ea"/>
              </a:rPr>
              <a:t>恳请各位老师批评指正</a:t>
            </a:r>
            <a:endParaRPr lang="zh-CN" altLang="en-US" sz="5400" b="1" spc="300" dirty="0">
              <a:solidFill>
                <a:srgbClr val="005FA5"/>
              </a:solidFill>
              <a:effectLst/>
              <a:latin typeface="+mj-ea"/>
              <a:ea typeface="+mj-ea"/>
              <a:cs typeface="+mn-ea"/>
              <a:sym typeface="+mn-ea"/>
            </a:endParaRPr>
          </a:p>
        </p:txBody>
      </p:sp>
      <p:sp>
        <p:nvSpPr>
          <p:cNvPr id="4" name="文本框 21"/>
          <p:cNvSpPr txBox="1"/>
          <p:nvPr/>
        </p:nvSpPr>
        <p:spPr>
          <a:xfrm>
            <a:off x="2584635" y="3618212"/>
            <a:ext cx="7425319" cy="44717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000"/>
              </a:lnSpc>
            </a:pPr>
            <a:r>
              <a:rPr lang="zh-CN" altLang="en-US" sz="2000" spc="600" dirty="0">
                <a:solidFill>
                  <a:srgbClr val="005FA5"/>
                </a:solidFill>
                <a:cs typeface="+mn-ea"/>
                <a:sym typeface="+mn-lt"/>
              </a:rPr>
              <a:t>单击添加学院名称</a:t>
            </a:r>
            <a:r>
              <a:rPr lang="en-US" altLang="zh-CN" sz="2000" spc="600" dirty="0">
                <a:solidFill>
                  <a:srgbClr val="005FA5"/>
                </a:solidFill>
                <a:cs typeface="+mn-ea"/>
                <a:sym typeface="+mn-lt"/>
              </a:rPr>
              <a:t>/</a:t>
            </a:r>
            <a:r>
              <a:rPr lang="zh-CN" altLang="en-US" sz="2000" spc="600" dirty="0">
                <a:solidFill>
                  <a:srgbClr val="005FA5"/>
                </a:solidFill>
                <a:cs typeface="+mn-ea"/>
                <a:sym typeface="+mn-lt"/>
              </a:rPr>
              <a:t>班级名称</a:t>
            </a:r>
            <a:r>
              <a:rPr lang="en-US" altLang="zh-CN" sz="2000" spc="600" dirty="0">
                <a:solidFill>
                  <a:srgbClr val="005FA5"/>
                </a:solidFill>
                <a:cs typeface="+mn-ea"/>
                <a:sym typeface="+mn-lt"/>
              </a:rPr>
              <a:t>/</a:t>
            </a:r>
            <a:r>
              <a:rPr lang="zh-CN" altLang="en-US" sz="2000" spc="600" dirty="0">
                <a:solidFill>
                  <a:srgbClr val="005FA5"/>
                </a:solidFill>
                <a:cs typeface="+mn-ea"/>
                <a:sym typeface="+mn-lt"/>
              </a:rPr>
              <a:t>专业名称</a:t>
            </a:r>
            <a:endParaRPr lang="zh-CN" altLang="en-US" sz="2000" spc="600" dirty="0">
              <a:solidFill>
                <a:srgbClr val="005FA5"/>
              </a:solidFill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266530" y="4270504"/>
            <a:ext cx="1603726" cy="3429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dirty="0">
                <a:cs typeface="+mn-ea"/>
                <a:sym typeface="+mn-lt"/>
              </a:rPr>
              <a:t>指导老师：</a:t>
            </a:r>
            <a:r>
              <a:rPr lang="en-US" altLang="zh-CN" sz="1600" dirty="0">
                <a:cs typeface="+mn-ea"/>
                <a:sym typeface="+mn-lt"/>
              </a:rPr>
              <a:t>XXX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10" name="图形"/>
          <p:cNvSpPr>
            <a:spLocks noChangeAspect="1"/>
          </p:cNvSpPr>
          <p:nvPr/>
        </p:nvSpPr>
        <p:spPr bwMode="auto">
          <a:xfrm>
            <a:off x="4039666" y="4270504"/>
            <a:ext cx="226864" cy="254198"/>
          </a:xfrm>
          <a:custGeom>
            <a:avLst/>
            <a:gdLst>
              <a:gd name="T0" fmla="*/ 1931 w 2597"/>
              <a:gd name="T1" fmla="*/ 807 h 2914"/>
              <a:gd name="T2" fmla="*/ 1741 w 2597"/>
              <a:gd name="T3" fmla="*/ 141 h 2914"/>
              <a:gd name="T4" fmla="*/ 1037 w 2597"/>
              <a:gd name="T5" fmla="*/ 90 h 2914"/>
              <a:gd name="T6" fmla="*/ 646 w 2597"/>
              <a:gd name="T7" fmla="*/ 436 h 2914"/>
              <a:gd name="T8" fmla="*/ 665 w 2597"/>
              <a:gd name="T9" fmla="*/ 807 h 2914"/>
              <a:gd name="T10" fmla="*/ 593 w 2597"/>
              <a:gd name="T11" fmla="*/ 1085 h 2914"/>
              <a:gd name="T12" fmla="*/ 989 w 2597"/>
              <a:gd name="T13" fmla="*/ 1588 h 2914"/>
              <a:gd name="T14" fmla="*/ 1298 w 2597"/>
              <a:gd name="T15" fmla="*/ 1696 h 2914"/>
              <a:gd name="T16" fmla="*/ 1608 w 2597"/>
              <a:gd name="T17" fmla="*/ 1588 h 2914"/>
              <a:gd name="T18" fmla="*/ 2003 w 2597"/>
              <a:gd name="T19" fmla="*/ 1085 h 2914"/>
              <a:gd name="T20" fmla="*/ 1874 w 2597"/>
              <a:gd name="T21" fmla="*/ 1052 h 2914"/>
              <a:gd name="T22" fmla="*/ 1766 w 2597"/>
              <a:gd name="T23" fmla="*/ 1173 h 2914"/>
              <a:gd name="T24" fmla="*/ 1517 w 2597"/>
              <a:gd name="T25" fmla="*/ 1490 h 2914"/>
              <a:gd name="T26" fmla="*/ 1156 w 2597"/>
              <a:gd name="T27" fmla="*/ 1536 h 2914"/>
              <a:gd name="T28" fmla="*/ 903 w 2597"/>
              <a:gd name="T29" fmla="*/ 1210 h 2914"/>
              <a:gd name="T30" fmla="*/ 830 w 2597"/>
              <a:gd name="T31" fmla="*/ 1173 h 2914"/>
              <a:gd name="T32" fmla="*/ 722 w 2597"/>
              <a:gd name="T33" fmla="*/ 1052 h 2914"/>
              <a:gd name="T34" fmla="*/ 745 w 2597"/>
              <a:gd name="T35" fmla="*/ 916 h 2914"/>
              <a:gd name="T36" fmla="*/ 800 w 2597"/>
              <a:gd name="T37" fmla="*/ 765 h 2914"/>
              <a:gd name="T38" fmla="*/ 1052 w 2597"/>
              <a:gd name="T39" fmla="*/ 526 h 2914"/>
              <a:gd name="T40" fmla="*/ 1795 w 2597"/>
              <a:gd name="T41" fmla="*/ 746 h 2914"/>
              <a:gd name="T42" fmla="*/ 1851 w 2597"/>
              <a:gd name="T43" fmla="*/ 916 h 2914"/>
              <a:gd name="T44" fmla="*/ 1874 w 2597"/>
              <a:gd name="T45" fmla="*/ 1052 h 2914"/>
              <a:gd name="T46" fmla="*/ 1719 w 2597"/>
              <a:gd name="T47" fmla="*/ 1709 h 2914"/>
              <a:gd name="T48" fmla="*/ 1632 w 2597"/>
              <a:gd name="T49" fmla="*/ 1748 h 2914"/>
              <a:gd name="T50" fmla="*/ 1456 w 2597"/>
              <a:gd name="T51" fmla="*/ 2070 h 2914"/>
              <a:gd name="T52" fmla="*/ 1496 w 2597"/>
              <a:gd name="T53" fmla="*/ 1895 h 2914"/>
              <a:gd name="T54" fmla="*/ 1156 w 2597"/>
              <a:gd name="T55" fmla="*/ 1865 h 2914"/>
              <a:gd name="T56" fmla="*/ 1094 w 2597"/>
              <a:gd name="T57" fmla="*/ 1957 h 2914"/>
              <a:gd name="T58" fmla="*/ 1111 w 2597"/>
              <a:gd name="T59" fmla="*/ 2153 h 2914"/>
              <a:gd name="T60" fmla="*/ 929 w 2597"/>
              <a:gd name="T61" fmla="*/ 1710 h 2914"/>
              <a:gd name="T62" fmla="*/ 294 w 2597"/>
              <a:gd name="T63" fmla="*/ 1942 h 2914"/>
              <a:gd name="T64" fmla="*/ 0 w 2597"/>
              <a:gd name="T65" fmla="*/ 2848 h 2914"/>
              <a:gd name="T66" fmla="*/ 2530 w 2597"/>
              <a:gd name="T67" fmla="*/ 2914 h 2914"/>
              <a:gd name="T68" fmla="*/ 2597 w 2597"/>
              <a:gd name="T69" fmla="*/ 2377 h 2914"/>
              <a:gd name="T70" fmla="*/ 2282 w 2597"/>
              <a:gd name="T71" fmla="*/ 2570 h 2914"/>
              <a:gd name="T72" fmla="*/ 1767 w 2597"/>
              <a:gd name="T73" fmla="*/ 2636 h 2914"/>
              <a:gd name="T74" fmla="*/ 1701 w 2597"/>
              <a:gd name="T75" fmla="*/ 2362 h 2914"/>
              <a:gd name="T76" fmla="*/ 2215 w 2597"/>
              <a:gd name="T77" fmla="*/ 2295 h 2914"/>
              <a:gd name="T78" fmla="*/ 2282 w 2597"/>
              <a:gd name="T79" fmla="*/ 2570 h 2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597" h="2914">
                <a:moveTo>
                  <a:pt x="1985" y="861"/>
                </a:moveTo>
                <a:cubicBezTo>
                  <a:pt x="1969" y="836"/>
                  <a:pt x="1949" y="819"/>
                  <a:pt x="1931" y="807"/>
                </a:cubicBezTo>
                <a:cubicBezTo>
                  <a:pt x="1931" y="776"/>
                  <a:pt x="1929" y="732"/>
                  <a:pt x="1922" y="682"/>
                </a:cubicBezTo>
                <a:cubicBezTo>
                  <a:pt x="1927" y="622"/>
                  <a:pt x="1944" y="290"/>
                  <a:pt x="1741" y="141"/>
                </a:cubicBezTo>
                <a:cubicBezTo>
                  <a:pt x="1616" y="49"/>
                  <a:pt x="1477" y="0"/>
                  <a:pt x="1338" y="0"/>
                </a:cubicBezTo>
                <a:cubicBezTo>
                  <a:pt x="1226" y="0"/>
                  <a:pt x="1119" y="32"/>
                  <a:pt x="1037" y="90"/>
                </a:cubicBezTo>
                <a:cubicBezTo>
                  <a:pt x="963" y="142"/>
                  <a:pt x="922" y="199"/>
                  <a:pt x="900" y="239"/>
                </a:cubicBezTo>
                <a:cubicBezTo>
                  <a:pt x="837" y="241"/>
                  <a:pt x="705" y="267"/>
                  <a:pt x="646" y="436"/>
                </a:cubicBezTo>
                <a:cubicBezTo>
                  <a:pt x="591" y="595"/>
                  <a:pt x="636" y="693"/>
                  <a:pt x="668" y="739"/>
                </a:cubicBezTo>
                <a:cubicBezTo>
                  <a:pt x="666" y="765"/>
                  <a:pt x="665" y="789"/>
                  <a:pt x="665" y="807"/>
                </a:cubicBezTo>
                <a:cubicBezTo>
                  <a:pt x="647" y="819"/>
                  <a:pt x="628" y="836"/>
                  <a:pt x="611" y="861"/>
                </a:cubicBezTo>
                <a:cubicBezTo>
                  <a:pt x="575" y="917"/>
                  <a:pt x="569" y="993"/>
                  <a:pt x="593" y="1085"/>
                </a:cubicBezTo>
                <a:cubicBezTo>
                  <a:pt x="638" y="1259"/>
                  <a:pt x="744" y="1297"/>
                  <a:pt x="801" y="1305"/>
                </a:cubicBezTo>
                <a:cubicBezTo>
                  <a:pt x="836" y="1374"/>
                  <a:pt x="912" y="1516"/>
                  <a:pt x="989" y="1588"/>
                </a:cubicBezTo>
                <a:cubicBezTo>
                  <a:pt x="1019" y="1616"/>
                  <a:pt x="1059" y="1641"/>
                  <a:pt x="1107" y="1659"/>
                </a:cubicBezTo>
                <a:cubicBezTo>
                  <a:pt x="1168" y="1684"/>
                  <a:pt x="1232" y="1696"/>
                  <a:pt x="1298" y="1696"/>
                </a:cubicBezTo>
                <a:cubicBezTo>
                  <a:pt x="1364" y="1696"/>
                  <a:pt x="1429" y="1684"/>
                  <a:pt x="1490" y="1659"/>
                </a:cubicBezTo>
                <a:cubicBezTo>
                  <a:pt x="1538" y="1641"/>
                  <a:pt x="1577" y="1616"/>
                  <a:pt x="1608" y="1588"/>
                </a:cubicBezTo>
                <a:cubicBezTo>
                  <a:pt x="1684" y="1516"/>
                  <a:pt x="1761" y="1374"/>
                  <a:pt x="1796" y="1305"/>
                </a:cubicBezTo>
                <a:cubicBezTo>
                  <a:pt x="1852" y="1297"/>
                  <a:pt x="1958" y="1259"/>
                  <a:pt x="2003" y="1085"/>
                </a:cubicBezTo>
                <a:cubicBezTo>
                  <a:pt x="2028" y="993"/>
                  <a:pt x="2022" y="917"/>
                  <a:pt x="1985" y="861"/>
                </a:cubicBezTo>
                <a:close/>
                <a:moveTo>
                  <a:pt x="1874" y="1052"/>
                </a:moveTo>
                <a:cubicBezTo>
                  <a:pt x="1847" y="1157"/>
                  <a:pt x="1797" y="1173"/>
                  <a:pt x="1770" y="1173"/>
                </a:cubicBezTo>
                <a:cubicBezTo>
                  <a:pt x="1768" y="1173"/>
                  <a:pt x="1767" y="1173"/>
                  <a:pt x="1766" y="1173"/>
                </a:cubicBezTo>
                <a:cubicBezTo>
                  <a:pt x="1735" y="1165"/>
                  <a:pt x="1707" y="1181"/>
                  <a:pt x="1693" y="1210"/>
                </a:cubicBezTo>
                <a:cubicBezTo>
                  <a:pt x="1667" y="1267"/>
                  <a:pt x="1584" y="1428"/>
                  <a:pt x="1517" y="1490"/>
                </a:cubicBezTo>
                <a:cubicBezTo>
                  <a:pt x="1499" y="1508"/>
                  <a:pt x="1473" y="1523"/>
                  <a:pt x="1441" y="1536"/>
                </a:cubicBezTo>
                <a:cubicBezTo>
                  <a:pt x="1350" y="1572"/>
                  <a:pt x="1246" y="1572"/>
                  <a:pt x="1156" y="1536"/>
                </a:cubicBezTo>
                <a:cubicBezTo>
                  <a:pt x="1124" y="1523"/>
                  <a:pt x="1098" y="1508"/>
                  <a:pt x="1080" y="1490"/>
                </a:cubicBezTo>
                <a:cubicBezTo>
                  <a:pt x="1013" y="1428"/>
                  <a:pt x="930" y="1267"/>
                  <a:pt x="903" y="1210"/>
                </a:cubicBezTo>
                <a:cubicBezTo>
                  <a:pt x="892" y="1186"/>
                  <a:pt x="870" y="1171"/>
                  <a:pt x="846" y="1171"/>
                </a:cubicBezTo>
                <a:cubicBezTo>
                  <a:pt x="841" y="1171"/>
                  <a:pt x="835" y="1172"/>
                  <a:pt x="830" y="1173"/>
                </a:cubicBezTo>
                <a:cubicBezTo>
                  <a:pt x="829" y="1173"/>
                  <a:pt x="828" y="1173"/>
                  <a:pt x="826" y="1173"/>
                </a:cubicBezTo>
                <a:cubicBezTo>
                  <a:pt x="799" y="1173"/>
                  <a:pt x="750" y="1157"/>
                  <a:pt x="722" y="1052"/>
                </a:cubicBezTo>
                <a:cubicBezTo>
                  <a:pt x="708" y="1000"/>
                  <a:pt x="708" y="958"/>
                  <a:pt x="722" y="935"/>
                </a:cubicBezTo>
                <a:cubicBezTo>
                  <a:pt x="730" y="921"/>
                  <a:pt x="742" y="917"/>
                  <a:pt x="745" y="916"/>
                </a:cubicBezTo>
                <a:cubicBezTo>
                  <a:pt x="781" y="912"/>
                  <a:pt x="803" y="880"/>
                  <a:pt x="800" y="844"/>
                </a:cubicBezTo>
                <a:cubicBezTo>
                  <a:pt x="800" y="843"/>
                  <a:pt x="797" y="812"/>
                  <a:pt x="800" y="765"/>
                </a:cubicBezTo>
                <a:cubicBezTo>
                  <a:pt x="846" y="745"/>
                  <a:pt x="920" y="707"/>
                  <a:pt x="981" y="640"/>
                </a:cubicBezTo>
                <a:cubicBezTo>
                  <a:pt x="1013" y="606"/>
                  <a:pt x="1036" y="564"/>
                  <a:pt x="1052" y="526"/>
                </a:cubicBezTo>
                <a:cubicBezTo>
                  <a:pt x="1097" y="562"/>
                  <a:pt x="1160" y="605"/>
                  <a:pt x="1244" y="642"/>
                </a:cubicBezTo>
                <a:cubicBezTo>
                  <a:pt x="1387" y="706"/>
                  <a:pt x="1674" y="736"/>
                  <a:pt x="1795" y="746"/>
                </a:cubicBezTo>
                <a:cubicBezTo>
                  <a:pt x="1800" y="804"/>
                  <a:pt x="1797" y="843"/>
                  <a:pt x="1797" y="844"/>
                </a:cubicBezTo>
                <a:cubicBezTo>
                  <a:pt x="1793" y="880"/>
                  <a:pt x="1815" y="912"/>
                  <a:pt x="1851" y="916"/>
                </a:cubicBezTo>
                <a:cubicBezTo>
                  <a:pt x="1855" y="917"/>
                  <a:pt x="1866" y="921"/>
                  <a:pt x="1874" y="935"/>
                </a:cubicBezTo>
                <a:cubicBezTo>
                  <a:pt x="1888" y="958"/>
                  <a:pt x="1888" y="1000"/>
                  <a:pt x="1874" y="1052"/>
                </a:cubicBezTo>
                <a:close/>
                <a:moveTo>
                  <a:pt x="2302" y="1942"/>
                </a:moveTo>
                <a:lnTo>
                  <a:pt x="1719" y="1709"/>
                </a:lnTo>
                <a:cubicBezTo>
                  <a:pt x="1702" y="1702"/>
                  <a:pt x="1684" y="1703"/>
                  <a:pt x="1667" y="1710"/>
                </a:cubicBezTo>
                <a:cubicBezTo>
                  <a:pt x="1651" y="1717"/>
                  <a:pt x="1638" y="1731"/>
                  <a:pt x="1632" y="1748"/>
                </a:cubicBezTo>
                <a:lnTo>
                  <a:pt x="1485" y="2153"/>
                </a:lnTo>
                <a:lnTo>
                  <a:pt x="1456" y="2070"/>
                </a:lnTo>
                <a:lnTo>
                  <a:pt x="1502" y="1957"/>
                </a:lnTo>
                <a:cubicBezTo>
                  <a:pt x="1511" y="1936"/>
                  <a:pt x="1508" y="1913"/>
                  <a:pt x="1496" y="1895"/>
                </a:cubicBezTo>
                <a:cubicBezTo>
                  <a:pt x="1484" y="1876"/>
                  <a:pt x="1463" y="1865"/>
                  <a:pt x="1441" y="1865"/>
                </a:cubicBezTo>
                <a:lnTo>
                  <a:pt x="1156" y="1865"/>
                </a:lnTo>
                <a:cubicBezTo>
                  <a:pt x="1134" y="1865"/>
                  <a:pt x="1113" y="1876"/>
                  <a:pt x="1101" y="1895"/>
                </a:cubicBezTo>
                <a:cubicBezTo>
                  <a:pt x="1088" y="1913"/>
                  <a:pt x="1086" y="1936"/>
                  <a:pt x="1094" y="1957"/>
                </a:cubicBezTo>
                <a:lnTo>
                  <a:pt x="1140" y="2070"/>
                </a:lnTo>
                <a:lnTo>
                  <a:pt x="1111" y="2153"/>
                </a:lnTo>
                <a:lnTo>
                  <a:pt x="965" y="1748"/>
                </a:lnTo>
                <a:cubicBezTo>
                  <a:pt x="959" y="1731"/>
                  <a:pt x="946" y="1717"/>
                  <a:pt x="929" y="1710"/>
                </a:cubicBezTo>
                <a:cubicBezTo>
                  <a:pt x="913" y="1703"/>
                  <a:pt x="894" y="1702"/>
                  <a:pt x="877" y="1709"/>
                </a:cubicBezTo>
                <a:lnTo>
                  <a:pt x="294" y="1942"/>
                </a:lnTo>
                <a:cubicBezTo>
                  <a:pt x="115" y="2014"/>
                  <a:pt x="0" y="2184"/>
                  <a:pt x="0" y="2377"/>
                </a:cubicBezTo>
                <a:lnTo>
                  <a:pt x="0" y="2848"/>
                </a:lnTo>
                <a:cubicBezTo>
                  <a:pt x="0" y="2885"/>
                  <a:pt x="30" y="2914"/>
                  <a:pt x="66" y="2914"/>
                </a:cubicBezTo>
                <a:lnTo>
                  <a:pt x="2530" y="2914"/>
                </a:lnTo>
                <a:cubicBezTo>
                  <a:pt x="2567" y="2914"/>
                  <a:pt x="2597" y="2885"/>
                  <a:pt x="2597" y="2848"/>
                </a:cubicBezTo>
                <a:lnTo>
                  <a:pt x="2597" y="2377"/>
                </a:lnTo>
                <a:cubicBezTo>
                  <a:pt x="2597" y="2184"/>
                  <a:pt x="2481" y="2014"/>
                  <a:pt x="2302" y="1942"/>
                </a:cubicBezTo>
                <a:close/>
                <a:moveTo>
                  <a:pt x="2282" y="2570"/>
                </a:moveTo>
                <a:cubicBezTo>
                  <a:pt x="2282" y="2606"/>
                  <a:pt x="2252" y="2636"/>
                  <a:pt x="2215" y="2636"/>
                </a:cubicBezTo>
                <a:lnTo>
                  <a:pt x="1767" y="2636"/>
                </a:lnTo>
                <a:cubicBezTo>
                  <a:pt x="1731" y="2636"/>
                  <a:pt x="1701" y="2606"/>
                  <a:pt x="1701" y="2570"/>
                </a:cubicBezTo>
                <a:lnTo>
                  <a:pt x="1701" y="2362"/>
                </a:lnTo>
                <a:cubicBezTo>
                  <a:pt x="1701" y="2325"/>
                  <a:pt x="1731" y="2295"/>
                  <a:pt x="1767" y="2295"/>
                </a:cubicBezTo>
                <a:lnTo>
                  <a:pt x="2215" y="2295"/>
                </a:lnTo>
                <a:cubicBezTo>
                  <a:pt x="2252" y="2295"/>
                  <a:pt x="2282" y="2325"/>
                  <a:pt x="2282" y="2362"/>
                </a:cubicBezTo>
                <a:lnTo>
                  <a:pt x="2282" y="25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677791" y="4270504"/>
            <a:ext cx="1390724" cy="3429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dirty="0">
                <a:cs typeface="+mn-ea"/>
                <a:sym typeface="+mn-lt"/>
              </a:rPr>
              <a:t>答辩人：</a:t>
            </a:r>
            <a:r>
              <a:rPr lang="en-US" altLang="zh-CN" sz="1600" dirty="0">
                <a:cs typeface="+mn-ea"/>
                <a:sym typeface="+mn-lt"/>
              </a:rPr>
              <a:t>XXX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31" name="图形"/>
          <p:cNvSpPr>
            <a:spLocks noChangeAspect="1"/>
          </p:cNvSpPr>
          <p:nvPr/>
        </p:nvSpPr>
        <p:spPr bwMode="auto">
          <a:xfrm>
            <a:off x="6411755" y="4272898"/>
            <a:ext cx="254198" cy="249411"/>
          </a:xfrm>
          <a:custGeom>
            <a:avLst/>
            <a:gdLst>
              <a:gd name="T0" fmla="*/ 10234 w 10586"/>
              <a:gd name="T1" fmla="*/ 8579 h 10403"/>
              <a:gd name="T2" fmla="*/ 7877 w 10586"/>
              <a:gd name="T3" fmla="*/ 7605 h 10403"/>
              <a:gd name="T4" fmla="*/ 7647 w 10586"/>
              <a:gd name="T5" fmla="*/ 5423 h 10403"/>
              <a:gd name="T6" fmla="*/ 7758 w 10586"/>
              <a:gd name="T7" fmla="*/ 3791 h 10403"/>
              <a:gd name="T8" fmla="*/ 7679 w 10586"/>
              <a:gd name="T9" fmla="*/ 2943 h 10403"/>
              <a:gd name="T10" fmla="*/ 8116 w 10586"/>
              <a:gd name="T11" fmla="*/ 1246 h 10403"/>
              <a:gd name="T12" fmla="*/ 7943 w 10586"/>
              <a:gd name="T13" fmla="*/ 2955 h 10403"/>
              <a:gd name="T14" fmla="*/ 9242 w 10586"/>
              <a:gd name="T15" fmla="*/ 3318 h 10403"/>
              <a:gd name="T16" fmla="*/ 8888 w 10586"/>
              <a:gd name="T17" fmla="*/ 1967 h 10403"/>
              <a:gd name="T18" fmla="*/ 9573 w 10586"/>
              <a:gd name="T19" fmla="*/ 1246 h 10403"/>
              <a:gd name="T20" fmla="*/ 8421 w 10586"/>
              <a:gd name="T21" fmla="*/ 233 h 10403"/>
              <a:gd name="T22" fmla="*/ 5631 w 10586"/>
              <a:gd name="T23" fmla="*/ 0 h 10403"/>
              <a:gd name="T24" fmla="*/ 1013 w 10586"/>
              <a:gd name="T25" fmla="*/ 233 h 10403"/>
              <a:gd name="T26" fmla="*/ 2907 w 10586"/>
              <a:gd name="T27" fmla="*/ 1246 h 10403"/>
              <a:gd name="T28" fmla="*/ 2984 w 10586"/>
              <a:gd name="T29" fmla="*/ 2943 h 10403"/>
              <a:gd name="T30" fmla="*/ 2510 w 10586"/>
              <a:gd name="T31" fmla="*/ 4799 h 10403"/>
              <a:gd name="T32" fmla="*/ 3672 w 10586"/>
              <a:gd name="T33" fmla="*/ 7122 h 10403"/>
              <a:gd name="T34" fmla="*/ 826 w 10586"/>
              <a:gd name="T35" fmla="*/ 8270 h 10403"/>
              <a:gd name="T36" fmla="*/ 0 w 10586"/>
              <a:gd name="T37" fmla="*/ 10403 h 10403"/>
              <a:gd name="T38" fmla="*/ 10586 w 10586"/>
              <a:gd name="T39" fmla="*/ 10066 h 10403"/>
              <a:gd name="T40" fmla="*/ 937 w 10586"/>
              <a:gd name="T41" fmla="*/ 8940 h 10403"/>
              <a:gd name="T42" fmla="*/ 4360 w 10586"/>
              <a:gd name="T43" fmla="*/ 7212 h 10403"/>
              <a:gd name="T44" fmla="*/ 3604 w 10586"/>
              <a:gd name="T45" fmla="*/ 5223 h 10403"/>
              <a:gd name="T46" fmla="*/ 3417 w 10586"/>
              <a:gd name="T47" fmla="*/ 4921 h 10403"/>
              <a:gd name="T48" fmla="*/ 3400 w 10586"/>
              <a:gd name="T49" fmla="*/ 4158 h 10403"/>
              <a:gd name="T50" fmla="*/ 3490 w 10586"/>
              <a:gd name="T51" fmla="*/ 3960 h 10403"/>
              <a:gd name="T52" fmla="*/ 6902 w 10586"/>
              <a:gd name="T53" fmla="*/ 2943 h 10403"/>
              <a:gd name="T54" fmla="*/ 7107 w 10586"/>
              <a:gd name="T55" fmla="*/ 4074 h 10403"/>
              <a:gd name="T56" fmla="*/ 7410 w 10586"/>
              <a:gd name="T57" fmla="*/ 4679 h 10403"/>
              <a:gd name="T58" fmla="*/ 6982 w 10586"/>
              <a:gd name="T59" fmla="*/ 5014 h 10403"/>
              <a:gd name="T60" fmla="*/ 6433 w 10586"/>
              <a:gd name="T61" fmla="*/ 6649 h 10403"/>
              <a:gd name="T62" fmla="*/ 7658 w 10586"/>
              <a:gd name="T63" fmla="*/ 8245 h 10403"/>
              <a:gd name="T64" fmla="*/ 9649 w 10586"/>
              <a:gd name="T65" fmla="*/ 8940 h 10403"/>
              <a:gd name="T66" fmla="*/ 688 w 10586"/>
              <a:gd name="T67" fmla="*/ 9728 h 104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0586" h="10403">
                <a:moveTo>
                  <a:pt x="10586" y="10066"/>
                </a:moveTo>
                <a:cubicBezTo>
                  <a:pt x="10586" y="9382"/>
                  <a:pt x="10468" y="8882"/>
                  <a:pt x="10234" y="8579"/>
                </a:cubicBezTo>
                <a:cubicBezTo>
                  <a:pt x="10084" y="8384"/>
                  <a:pt x="9904" y="8294"/>
                  <a:pt x="9762" y="8270"/>
                </a:cubicBezTo>
                <a:lnTo>
                  <a:pt x="7877" y="7605"/>
                </a:lnTo>
                <a:cubicBezTo>
                  <a:pt x="7193" y="7377"/>
                  <a:pt x="6978" y="7196"/>
                  <a:pt x="6914" y="7122"/>
                </a:cubicBezTo>
                <a:cubicBezTo>
                  <a:pt x="7474" y="6578"/>
                  <a:pt x="7613" y="5789"/>
                  <a:pt x="7647" y="5423"/>
                </a:cubicBezTo>
                <a:cubicBezTo>
                  <a:pt x="7940" y="5222"/>
                  <a:pt x="8043" y="4979"/>
                  <a:pt x="8075" y="4799"/>
                </a:cubicBezTo>
                <a:cubicBezTo>
                  <a:pt x="8153" y="4366"/>
                  <a:pt x="7897" y="3968"/>
                  <a:pt x="7758" y="3791"/>
                </a:cubicBezTo>
                <a:cubicBezTo>
                  <a:pt x="7725" y="3484"/>
                  <a:pt x="7671" y="3203"/>
                  <a:pt x="7602" y="2943"/>
                </a:cubicBezTo>
                <a:lnTo>
                  <a:pt x="7679" y="2943"/>
                </a:lnTo>
                <a:lnTo>
                  <a:pt x="7679" y="1246"/>
                </a:lnTo>
                <a:lnTo>
                  <a:pt x="8116" y="1246"/>
                </a:lnTo>
                <a:cubicBezTo>
                  <a:pt x="8151" y="1413"/>
                  <a:pt x="8182" y="1625"/>
                  <a:pt x="8205" y="1894"/>
                </a:cubicBezTo>
                <a:cubicBezTo>
                  <a:pt x="8105" y="2037"/>
                  <a:pt x="7989" y="2328"/>
                  <a:pt x="7943" y="2955"/>
                </a:cubicBezTo>
                <a:lnTo>
                  <a:pt x="7916" y="3318"/>
                </a:lnTo>
                <a:lnTo>
                  <a:pt x="9242" y="3318"/>
                </a:lnTo>
                <a:lnTo>
                  <a:pt x="9212" y="2952"/>
                </a:lnTo>
                <a:cubicBezTo>
                  <a:pt x="9173" y="2474"/>
                  <a:pt x="9006" y="2146"/>
                  <a:pt x="8888" y="1967"/>
                </a:cubicBezTo>
                <a:cubicBezTo>
                  <a:pt x="8868" y="1689"/>
                  <a:pt x="8838" y="1453"/>
                  <a:pt x="8801" y="1246"/>
                </a:cubicBezTo>
                <a:lnTo>
                  <a:pt x="9573" y="1246"/>
                </a:lnTo>
                <a:lnTo>
                  <a:pt x="9573" y="233"/>
                </a:lnTo>
                <a:lnTo>
                  <a:pt x="8421" y="233"/>
                </a:lnTo>
                <a:cubicBezTo>
                  <a:pt x="8272" y="51"/>
                  <a:pt x="8113" y="0"/>
                  <a:pt x="7986" y="0"/>
                </a:cubicBezTo>
                <a:lnTo>
                  <a:pt x="5631" y="0"/>
                </a:lnTo>
                <a:lnTo>
                  <a:pt x="5631" y="233"/>
                </a:lnTo>
                <a:lnTo>
                  <a:pt x="1013" y="233"/>
                </a:lnTo>
                <a:lnTo>
                  <a:pt x="1013" y="1246"/>
                </a:lnTo>
                <a:lnTo>
                  <a:pt x="2907" y="1246"/>
                </a:lnTo>
                <a:lnTo>
                  <a:pt x="2907" y="2943"/>
                </a:lnTo>
                <a:lnTo>
                  <a:pt x="2984" y="2943"/>
                </a:lnTo>
                <a:cubicBezTo>
                  <a:pt x="2915" y="3203"/>
                  <a:pt x="2861" y="3484"/>
                  <a:pt x="2828" y="3791"/>
                </a:cubicBezTo>
                <a:cubicBezTo>
                  <a:pt x="2689" y="3968"/>
                  <a:pt x="2433" y="4366"/>
                  <a:pt x="2510" y="4799"/>
                </a:cubicBezTo>
                <a:cubicBezTo>
                  <a:pt x="2543" y="4979"/>
                  <a:pt x="2646" y="5222"/>
                  <a:pt x="2939" y="5423"/>
                </a:cubicBezTo>
                <a:cubicBezTo>
                  <a:pt x="2974" y="5788"/>
                  <a:pt x="3112" y="6575"/>
                  <a:pt x="3672" y="7122"/>
                </a:cubicBezTo>
                <a:cubicBezTo>
                  <a:pt x="3608" y="7195"/>
                  <a:pt x="3392" y="7378"/>
                  <a:pt x="2703" y="7607"/>
                </a:cubicBezTo>
                <a:lnTo>
                  <a:pt x="826" y="8270"/>
                </a:lnTo>
                <a:cubicBezTo>
                  <a:pt x="586" y="8306"/>
                  <a:pt x="0" y="8550"/>
                  <a:pt x="0" y="10066"/>
                </a:cubicBezTo>
                <a:lnTo>
                  <a:pt x="0" y="10403"/>
                </a:lnTo>
                <a:lnTo>
                  <a:pt x="10586" y="10403"/>
                </a:lnTo>
                <a:lnTo>
                  <a:pt x="10586" y="10066"/>
                </a:lnTo>
                <a:close/>
                <a:moveTo>
                  <a:pt x="688" y="9728"/>
                </a:moveTo>
                <a:cubicBezTo>
                  <a:pt x="731" y="9184"/>
                  <a:pt x="872" y="8979"/>
                  <a:pt x="937" y="8940"/>
                </a:cubicBezTo>
                <a:lnTo>
                  <a:pt x="2922" y="8247"/>
                </a:lnTo>
                <a:cubicBezTo>
                  <a:pt x="3832" y="7943"/>
                  <a:pt x="4288" y="7615"/>
                  <a:pt x="4360" y="7212"/>
                </a:cubicBezTo>
                <a:cubicBezTo>
                  <a:pt x="4406" y="6955"/>
                  <a:pt x="4277" y="6748"/>
                  <a:pt x="4170" y="6663"/>
                </a:cubicBezTo>
                <a:cubicBezTo>
                  <a:pt x="3615" y="6155"/>
                  <a:pt x="3604" y="5232"/>
                  <a:pt x="3604" y="5223"/>
                </a:cubicBezTo>
                <a:lnTo>
                  <a:pt x="3604" y="5014"/>
                </a:lnTo>
                <a:lnTo>
                  <a:pt x="3417" y="4921"/>
                </a:lnTo>
                <a:cubicBezTo>
                  <a:pt x="3273" y="4849"/>
                  <a:pt x="3192" y="4768"/>
                  <a:pt x="3176" y="4680"/>
                </a:cubicBezTo>
                <a:cubicBezTo>
                  <a:pt x="3144" y="4506"/>
                  <a:pt x="3314" y="4253"/>
                  <a:pt x="3400" y="4158"/>
                </a:cubicBezTo>
                <a:lnTo>
                  <a:pt x="3479" y="4074"/>
                </a:lnTo>
                <a:lnTo>
                  <a:pt x="3490" y="3960"/>
                </a:lnTo>
                <a:cubicBezTo>
                  <a:pt x="3526" y="3578"/>
                  <a:pt x="3591" y="3237"/>
                  <a:pt x="3684" y="2943"/>
                </a:cubicBezTo>
                <a:lnTo>
                  <a:pt x="6902" y="2943"/>
                </a:lnTo>
                <a:cubicBezTo>
                  <a:pt x="6995" y="3237"/>
                  <a:pt x="7060" y="3578"/>
                  <a:pt x="7096" y="3960"/>
                </a:cubicBezTo>
                <a:lnTo>
                  <a:pt x="7107" y="4074"/>
                </a:lnTo>
                <a:lnTo>
                  <a:pt x="7186" y="4158"/>
                </a:lnTo>
                <a:cubicBezTo>
                  <a:pt x="7269" y="4248"/>
                  <a:pt x="7442" y="4504"/>
                  <a:pt x="7410" y="4679"/>
                </a:cubicBezTo>
                <a:cubicBezTo>
                  <a:pt x="7394" y="4767"/>
                  <a:pt x="7313" y="4849"/>
                  <a:pt x="7169" y="4921"/>
                </a:cubicBezTo>
                <a:lnTo>
                  <a:pt x="6982" y="5014"/>
                </a:lnTo>
                <a:lnTo>
                  <a:pt x="6982" y="5223"/>
                </a:lnTo>
                <a:cubicBezTo>
                  <a:pt x="6982" y="5232"/>
                  <a:pt x="6967" y="6159"/>
                  <a:pt x="6433" y="6649"/>
                </a:cubicBezTo>
                <a:cubicBezTo>
                  <a:pt x="6309" y="6748"/>
                  <a:pt x="6180" y="6955"/>
                  <a:pt x="6226" y="7212"/>
                </a:cubicBezTo>
                <a:cubicBezTo>
                  <a:pt x="6298" y="7615"/>
                  <a:pt x="6754" y="7943"/>
                  <a:pt x="7658" y="8245"/>
                </a:cubicBezTo>
                <a:lnTo>
                  <a:pt x="9627" y="8940"/>
                </a:lnTo>
                <a:lnTo>
                  <a:pt x="9649" y="8940"/>
                </a:lnTo>
                <a:cubicBezTo>
                  <a:pt x="9714" y="8979"/>
                  <a:pt x="9855" y="9184"/>
                  <a:pt x="9898" y="9728"/>
                </a:cubicBezTo>
                <a:lnTo>
                  <a:pt x="688" y="9728"/>
                </a:lnTo>
                <a:lnTo>
                  <a:pt x="688" y="97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2383341" y="4137651"/>
            <a:ext cx="74253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/>
          <p:cNvSpPr/>
          <p:nvPr/>
        </p:nvSpPr>
        <p:spPr>
          <a:xfrm>
            <a:off x="8491446" y="-5472"/>
            <a:ext cx="935747" cy="935747"/>
          </a:xfrm>
          <a:prstGeom prst="ellipse">
            <a:avLst/>
          </a:prstGeom>
          <a:solidFill>
            <a:srgbClr val="005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5"/>
  <p:tag name="KSO_WM_UNIT_LINE_FILL_TYPE" val="2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custom20231190_1*i*4"/>
  <p:tag name="KSO_WM_TEMPLATE_CATEGORY" val="custom"/>
  <p:tag name="KSO_WM_TEMPLATE_INDEX" val="20231190"/>
  <p:tag name="KSO_WM_UNIT_LAYERLEVEL" val="1"/>
  <p:tag name="KSO_WM_TAG_VERSION" val="3.0"/>
  <p:tag name="KSO_WM_UNIT_TYPE" val="i"/>
  <p:tag name="KSO_WM_UNIT_INDEX" val="4"/>
</p:tagLst>
</file>

<file path=ppt/tags/tag2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3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4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5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6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7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8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9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10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11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12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13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14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15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16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17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18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19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20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21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22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23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24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25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26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27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28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29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30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31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32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33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34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35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36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37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38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39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40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41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42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43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44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45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46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47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48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49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50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51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52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53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54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55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56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57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58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59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60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61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62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63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64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65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66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67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68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69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70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71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72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73.xml><?xml version="1.0" encoding="utf-8"?>
<p:tagLst xmlns:p="http://schemas.openxmlformats.org/presentationml/2006/main">
  <p:tag name="KSO_WM_DIAGRAM_VIRTUALLY_FRAME" val="{&quot;height&quot;:344.2228346456693,&quot;left&quot;:51.70716535433071,&quot;top&quot;:146.15228346456692,&quot;width&quot;:866.0801574803148}"/>
</p:tagLst>
</file>

<file path=ppt/tags/tag74.xml><?xml version="1.0" encoding="utf-8"?>
<p:tagLst xmlns:p="http://schemas.openxmlformats.org/presentationml/2006/main">
  <p:tag name="KSO_WM_BEAUTIFY_FLAG" val="#wm#"/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5"/>
  <p:tag name="KSO_WM_UNIT_LINE_FILL_TYPE" val="2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custom20231190_1*i*4"/>
  <p:tag name="KSO_WM_TEMPLATE_CATEGORY" val="custom"/>
  <p:tag name="KSO_WM_TEMPLATE_INDEX" val="20231190"/>
  <p:tag name="KSO_WM_UNIT_LAYERLEVEL" val="1"/>
  <p:tag name="KSO_WM_TAG_VERSION" val="3.0"/>
  <p:tag name="KSO_WM_UNIT_TYPE" val="i"/>
  <p:tag name="KSO_WM_UNIT_INDEX" val="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2950</Words>
  <Application>WPS 演示</Application>
  <PresentationFormat>宽屏</PresentationFormat>
  <Paragraphs>282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宋体</vt:lpstr>
      <vt:lpstr>Wingdings</vt:lpstr>
      <vt:lpstr>Montserrat</vt:lpstr>
      <vt:lpstr>Taken by Vultures Alternates De</vt:lpstr>
      <vt:lpstr>Gulim</vt:lpstr>
      <vt:lpstr>Malgun Gothic</vt:lpstr>
      <vt:lpstr>Calibri</vt:lpstr>
      <vt:lpstr>微软雅黑</vt:lpstr>
      <vt:lpstr>Arial Unicode MS</vt:lpstr>
      <vt:lpstr>PMingLiU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KeAnran</dc:creator>
  <cp:lastModifiedBy>Rhoda Wang</cp:lastModifiedBy>
  <cp:revision>23</cp:revision>
  <dcterms:created xsi:type="dcterms:W3CDTF">2023-08-09T12:44:00Z</dcterms:created>
  <dcterms:modified xsi:type="dcterms:W3CDTF">2025-05-07T09:01:02Z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2052-12.1.0.20784</vt:lpwstr>
  </property>
</Properties>
</file>